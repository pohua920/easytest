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5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6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8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9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  <p:sldMasterId id="2147483676" r:id="rId3"/>
    <p:sldMasterId id="2147483688" r:id="rId4"/>
    <p:sldMasterId id="2147483702" r:id="rId5"/>
    <p:sldMasterId id="2147483720" r:id="rId6"/>
    <p:sldMasterId id="2147483732" r:id="rId7"/>
    <p:sldMasterId id="2147483744" r:id="rId8"/>
    <p:sldMasterId id="2147483772" r:id="rId9"/>
    <p:sldMasterId id="2147483794" r:id="rId10"/>
  </p:sldMasterIdLst>
  <p:notesMasterIdLst>
    <p:notesMasterId r:id="rId13"/>
  </p:notesMasterIdLst>
  <p:sldIdLst>
    <p:sldId id="340" r:id="rId11"/>
    <p:sldId id="407" r:id="rId12"/>
  </p:sldIdLst>
  <p:sldSz cx="9144000" cy="6858000" type="screen4x3"/>
  <p:notesSz cx="6807200" cy="99393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1pPr>
    <a:lvl2pPr marL="450850" indent="1588"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2pPr>
    <a:lvl3pPr marL="908050" indent="1588"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3pPr>
    <a:lvl4pPr marL="1363663" indent="1588"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4pPr>
    <a:lvl5pPr marL="1819275" indent="3175" algn="l" rtl="0" fontAlgn="base">
      <a:spcBef>
        <a:spcPct val="0"/>
      </a:spcBef>
      <a:spcAft>
        <a:spcPct val="0"/>
      </a:spcAft>
      <a:defRPr kumimoji="1" sz="1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sz="1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sz="1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sz="1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sz="1400" kern="1200">
        <a:solidFill>
          <a:schemeClr val="tx1"/>
        </a:solidFill>
        <a:latin typeface="Arial" pitchFamily="34" charset="0"/>
        <a:ea typeface="標楷體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ACD5D5"/>
    <a:srgbClr val="31859C"/>
    <a:srgbClr val="B7DEE8"/>
    <a:srgbClr val="5FB5CD"/>
    <a:srgbClr val="3693AC"/>
    <a:srgbClr val="006666"/>
    <a:srgbClr val="00808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3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C69F2-8E2B-42E3-98D0-B71A0BC8D028}" type="datetimeFigureOut">
              <a:rPr lang="zh-TW" altLang="en-US" smtClean="0"/>
              <a:t>2025/11/14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04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8D5F3-5816-49C9-A458-324DF4C24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0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3.jpe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image" Target="../media/image2.emf"/><Relationship Id="rId2" Type="http://schemas.openxmlformats.org/officeDocument/2006/relationships/tags" Target="../tags/tag4.xml"/><Relationship Id="rId16" Type="http://schemas.openxmlformats.org/officeDocument/2006/relationships/oleObject" Target="../embeddings/oleObject1.bin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5.png"/><Relationship Id="rId5" Type="http://schemas.openxmlformats.org/officeDocument/2006/relationships/tags" Target="../tags/tag21.xml"/><Relationship Id="rId10" Type="http://schemas.openxmlformats.org/officeDocument/2006/relationships/image" Target="../media/image4.emf"/><Relationship Id="rId4" Type="http://schemas.openxmlformats.org/officeDocument/2006/relationships/tags" Target="../tags/tag20.xml"/><Relationship Id="rId9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image" Target="../media/image3.jpe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image" Target="../media/image2.emf"/><Relationship Id="rId2" Type="http://schemas.openxmlformats.org/officeDocument/2006/relationships/tags" Target="../tags/tag29.xml"/><Relationship Id="rId16" Type="http://schemas.openxmlformats.org/officeDocument/2006/relationships/oleObject" Target="../embeddings/oleObject1.bin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slideMaster" Target="../slideMasters/slideMaster5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0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-7324" y="7"/>
          <a:ext cx="152401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60" imgH="360" progId="TCLayout.ActiveDocument.1">
                  <p:embed/>
                </p:oleObj>
              </mc:Choice>
              <mc:Fallback>
                <p:oleObj name="think-cell Slide" r:id="rId16" imgW="360" imgH="360" progId="TCLayout.ActiveDocument.1">
                  <p:embed/>
                  <p:pic>
                    <p:nvPicPr>
                      <p:cNvPr id="4" name="Object 30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324" y="7"/>
                        <a:ext cx="152401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11615" y="5257800"/>
            <a:ext cx="1225063" cy="1600200"/>
          </a:xfrm>
          <a:prstGeom prst="rect">
            <a:avLst/>
          </a:prstGeom>
          <a:solidFill>
            <a:srgbClr val="CCE3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6" name="Notes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6622" y="6246913"/>
            <a:ext cx="577508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 anchor="b">
            <a:spAutoFit/>
          </a:bodyPr>
          <a:lstStyle>
            <a:lvl1pPr marL="185738" indent="-185738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fontAlgn="t">
              <a:defRPr/>
            </a:pPr>
            <a:endParaRPr kumimoji="0" lang="zh-TW" altLang="zh-TW" sz="1000" noProof="1">
              <a:solidFill>
                <a:srgbClr val="000000"/>
              </a:solidFill>
              <a:ea typeface="STXihei"/>
              <a:cs typeface="STXihei"/>
            </a:endParaRPr>
          </a:p>
        </p:txBody>
      </p:sp>
      <p:sp>
        <p:nvSpPr>
          <p:cNvPr id="7" name="Rectangle 5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0"/>
            <a:ext cx="9144000" cy="4267200"/>
          </a:xfrm>
          <a:prstGeom prst="rect">
            <a:avLst/>
          </a:prstGeom>
          <a:solidFill>
            <a:srgbClr val="0071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8" name="Rectangle 5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0" y="5029200"/>
            <a:ext cx="9144000" cy="236538"/>
          </a:xfrm>
          <a:prstGeom prst="rect">
            <a:avLst/>
          </a:prstGeom>
          <a:solidFill>
            <a:srgbClr val="80B8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9" name="Rectangle 6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911615" y="0"/>
            <a:ext cx="1225063" cy="4267200"/>
          </a:xfrm>
          <a:prstGeom prst="rect">
            <a:avLst/>
          </a:prstGeom>
          <a:solidFill>
            <a:srgbClr val="197F7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10" name="Rectangle 5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0" y="4237038"/>
            <a:ext cx="9144000" cy="792162"/>
          </a:xfrm>
          <a:prstGeom prst="rect">
            <a:avLst/>
          </a:prstGeom>
          <a:solidFill>
            <a:srgbClr val="338D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11" name="Rectangle 6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911615" y="4237038"/>
            <a:ext cx="1225063" cy="792162"/>
          </a:xfrm>
          <a:prstGeom prst="rect">
            <a:avLst/>
          </a:prstGeom>
          <a:solidFill>
            <a:srgbClr val="6AA8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12" name="Working Draft Text" hidden="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67559" y="325444"/>
            <a:ext cx="993862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1pPr>
            <a:lvl2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2pPr>
            <a:lvl3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3pPr>
            <a:lvl4pPr marL="1368425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4pPr>
            <a:lvl5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900" b="1" i="0">
                <a:solidFill>
                  <a:srgbClr val="FFFFFF"/>
                </a:solidFill>
              </a:rPr>
              <a:t>WORKING DRAFT</a:t>
            </a:r>
          </a:p>
        </p:txBody>
      </p:sp>
      <p:sp>
        <p:nvSpPr>
          <p:cNvPr id="13" name="Working Draft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67562" y="473082"/>
            <a:ext cx="2725105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900" b="0" i="0" baseline="0">
                <a:solidFill>
                  <a:srgbClr val="FFFFFF"/>
                </a:solidFill>
              </a:rPr>
              <a:t>Working Draft - Last Modified 10/9/2012 11:56:40 PM</a:t>
            </a:r>
          </a:p>
        </p:txBody>
      </p:sp>
      <p:sp>
        <p:nvSpPr>
          <p:cNvPr id="14" name="Printed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67563" y="622307"/>
            <a:ext cx="2654573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1pPr>
            <a:lvl2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2pPr>
            <a:lvl3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3pPr>
            <a:lvl4pPr marL="1368425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4pPr>
            <a:lvl5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900" i="0">
                <a:solidFill>
                  <a:srgbClr val="FFFFFF"/>
                </a:solidFill>
              </a:rPr>
              <a:t>Printed 8/22/2011 7:43:40 AM China Standard Time</a:t>
            </a:r>
          </a:p>
        </p:txBody>
      </p:sp>
      <p:grpSp>
        <p:nvGrpSpPr>
          <p:cNvPr id="15" name="McK Title Elements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3417280" y="3341692"/>
            <a:ext cx="4355123" cy="1431925"/>
            <a:chOff x="2439" y="2218"/>
            <a:chExt cx="3109" cy="951"/>
          </a:xfrm>
        </p:grpSpPr>
        <p:sp>
          <p:nvSpPr>
            <p:cNvPr id="16" name="McK Document type" hidden="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439" y="2218"/>
              <a:ext cx="310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1pPr>
              <a:lvl2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2pPr>
              <a:lvl3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3pPr>
              <a:lvl4pPr marL="1368425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4pPr>
              <a:lvl5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9pPr>
            </a:lstStyle>
            <a:p>
              <a:pPr algn="r" eaLnBrk="1" hangingPunct="1">
                <a:defRPr/>
              </a:pPr>
              <a:r>
                <a:rPr kumimoji="0" lang="en-US" altLang="zh-TW" sz="1700" b="1" i="0">
                  <a:solidFill>
                    <a:srgbClr val="FFFFFF"/>
                  </a:solidFill>
                </a:rPr>
                <a:t>Document type</a:t>
              </a:r>
            </a:p>
          </p:txBody>
        </p:sp>
        <p:sp>
          <p:nvSpPr>
            <p:cNvPr id="17" name="McK Date" hidden="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439" y="2995"/>
              <a:ext cx="310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1pPr>
              <a:lvl2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2pPr>
              <a:lvl3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3pPr>
              <a:lvl4pPr marL="1368425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4pPr>
              <a:lvl5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9pPr>
            </a:lstStyle>
            <a:p>
              <a:pPr algn="r" eaLnBrk="1" hangingPunct="1">
                <a:defRPr/>
              </a:pPr>
              <a:r>
                <a:rPr kumimoji="0" lang="en-US" altLang="zh-TW" sz="1700" b="1" i="0">
                  <a:solidFill>
                    <a:srgbClr val="FFFFFF"/>
                  </a:solidFill>
                </a:rPr>
                <a:t>Date</a:t>
              </a:r>
            </a:p>
          </p:txBody>
        </p:sp>
      </p:grpSp>
      <p:pic>
        <p:nvPicPr>
          <p:cNvPr id="18" name="Picture 3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8" t="30695" r="68573" b="57460"/>
          <a:stretch>
            <a:fillRect/>
          </a:stretch>
        </p:blipFill>
        <p:spPr bwMode="auto">
          <a:xfrm>
            <a:off x="159731" y="5692783"/>
            <a:ext cx="31623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9" name="Title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44919" y="2004846"/>
            <a:ext cx="6426157" cy="400110"/>
          </a:xfrm>
        </p:spPr>
        <p:txBody>
          <a:bodyPr anchor="ctr"/>
          <a:lstStyle>
            <a:lvl1pPr algn="r">
              <a:defRPr sz="2600" smtClea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noProof="0" dirty="0"/>
              <a:t>Click to edit Master title style</a:t>
            </a:r>
          </a:p>
        </p:txBody>
      </p:sp>
      <p:sp>
        <p:nvSpPr>
          <p:cNvPr id="1413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538" y="3019216"/>
            <a:ext cx="6400940" cy="292388"/>
          </a:xfrm>
        </p:spPr>
        <p:txBody>
          <a:bodyPr/>
          <a:lstStyle>
            <a:lvl1pPr algn="r">
              <a:defRPr sz="1900" smtClean="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  <a:endParaRPr lang="en-US" altLang="zh-TW" noProof="0"/>
          </a:p>
        </p:txBody>
      </p:sp>
    </p:spTree>
    <p:extLst>
      <p:ext uri="{BB962C8B-B14F-4D97-AF65-F5344CB8AC3E}">
        <p14:creationId xmlns:p14="http://schemas.microsoft.com/office/powerpoint/2010/main" val="1398118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doc id"/>
          <p:cNvSpPr>
            <a:spLocks noGrp="1" noChangeArrowheads="1"/>
          </p:cNvSpPr>
          <p:nvPr>
            <p:ph type="ftr" sz="quarter" idx="11"/>
          </p:nvPr>
        </p:nvSpPr>
        <p:spPr>
          <a:xfrm>
            <a:off x="8399583" y="383892"/>
            <a:ext cx="65" cy="300605"/>
          </a:xfrm>
        </p:spPr>
        <p:txBody>
          <a:bodyPr/>
          <a:lstStyle>
            <a:lvl2pPr marL="450861" lvl="1">
              <a:defRPr kumimoji="1"/>
            </a:lvl2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829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767" y="202297"/>
            <a:ext cx="8718056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165" y="709069"/>
            <a:ext cx="8730368" cy="1461939"/>
          </a:xfrm>
        </p:spPr>
        <p:txBody>
          <a:bodyPr/>
          <a:lstStyle>
            <a:lvl1pPr>
              <a:spcBef>
                <a:spcPts val="600"/>
              </a:spcBef>
              <a:spcAft>
                <a:spcPts val="0"/>
              </a:spcAft>
              <a:defRPr b="1"/>
            </a:lvl1pPr>
            <a:lvl2pPr>
              <a:spcBef>
                <a:spcPts val="600"/>
              </a:spcBef>
              <a:spcAft>
                <a:spcPts val="0"/>
              </a:spcAft>
              <a:defRPr/>
            </a:lvl2pPr>
            <a:lvl3pPr>
              <a:spcBef>
                <a:spcPts val="600"/>
              </a:spcBef>
              <a:spcAft>
                <a:spcPts val="0"/>
              </a:spcAft>
              <a:defRPr/>
            </a:lvl3pPr>
            <a:lvl4pPr>
              <a:spcBef>
                <a:spcPts val="600"/>
              </a:spcBef>
              <a:spcAft>
                <a:spcPts val="0"/>
              </a:spcAft>
              <a:defRPr/>
            </a:lvl4pPr>
            <a:lvl5pPr>
              <a:spcBef>
                <a:spcPts val="6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pg num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03690" y="6555119"/>
            <a:ext cx="145010" cy="239050"/>
          </a:xfrm>
          <a:prstGeom prst="rect">
            <a:avLst/>
          </a:prstGeom>
        </p:spPr>
        <p:txBody>
          <a:bodyPr/>
          <a:lstStyle>
            <a:lvl1pPr>
              <a:defRPr kumimoji="1"/>
            </a:lvl1pPr>
          </a:lstStyle>
          <a:p>
            <a:fld id="{FB168905-FCF1-46DB-AB9E-F618BA3C8D1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doc id"/>
          <p:cNvSpPr>
            <a:spLocks noGrp="1" noChangeArrowheads="1"/>
          </p:cNvSpPr>
          <p:nvPr>
            <p:ph type="ftr" sz="quarter" idx="11"/>
          </p:nvPr>
        </p:nvSpPr>
        <p:spPr>
          <a:xfrm>
            <a:off x="8399583" y="247412"/>
            <a:ext cx="65" cy="300605"/>
          </a:xfrm>
        </p:spPr>
        <p:txBody>
          <a:bodyPr/>
          <a:lstStyle>
            <a:lvl2pPr marL="450861" lvl="1">
              <a:defRPr kumimoji="1"/>
            </a:lvl2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91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5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0" y="7"/>
          <a:ext cx="140096" cy="150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60" imgH="360" progId="TCLayout.ActiveDocument.1">
                  <p:embed/>
                </p:oleObj>
              </mc:Choice>
              <mc:Fallback>
                <p:oleObj name="think-cell Slide" r:id="rId9" imgW="360" imgH="360" progId="TCLayout.ActiveDocument.1">
                  <p:embed/>
                  <p:pic>
                    <p:nvPicPr>
                      <p:cNvPr id="4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"/>
                        <a:ext cx="140096" cy="1506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0"/>
            <a:ext cx="9144000" cy="4266664"/>
          </a:xfrm>
          <a:prstGeom prst="rect">
            <a:avLst/>
          </a:prstGeom>
          <a:solidFill>
            <a:srgbClr val="007167"/>
          </a:solidFill>
          <a:ln>
            <a:noFill/>
          </a:ln>
        </p:spPr>
        <p:txBody>
          <a:bodyPr lIns="83091" tIns="41546" rIns="83091" bIns="41546" anchor="ctr"/>
          <a:lstStyle/>
          <a:p>
            <a:pPr marL="0" marR="0" lvl="0" indent="0" algn="l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  <p:sp>
        <p:nvSpPr>
          <p:cNvPr id="6" name="Rectangle 6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911165" y="5258010"/>
            <a:ext cx="1225832" cy="1599999"/>
          </a:xfrm>
          <a:prstGeom prst="rect">
            <a:avLst/>
          </a:prstGeom>
          <a:solidFill>
            <a:srgbClr val="CCE3E1"/>
          </a:solidFill>
          <a:ln>
            <a:noFill/>
          </a:ln>
        </p:spPr>
        <p:txBody>
          <a:bodyPr lIns="83091" tIns="41546" rIns="83091" bIns="41546" anchor="ctr"/>
          <a:lstStyle/>
          <a:p>
            <a:pPr marL="0" marR="0" lvl="0" indent="0" algn="l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  <p:sp>
        <p:nvSpPr>
          <p:cNvPr id="7" name="Rectangle 5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5029008"/>
            <a:ext cx="9144000" cy="236535"/>
          </a:xfrm>
          <a:prstGeom prst="rect">
            <a:avLst/>
          </a:prstGeom>
          <a:solidFill>
            <a:srgbClr val="80B8B3"/>
          </a:solidFill>
          <a:ln>
            <a:noFill/>
          </a:ln>
        </p:spPr>
        <p:txBody>
          <a:bodyPr lIns="83091" tIns="41546" rIns="83091" bIns="41546" anchor="ctr"/>
          <a:lstStyle/>
          <a:p>
            <a:pPr marL="0" marR="0" lvl="0" indent="0" algn="l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  <p:sp>
        <p:nvSpPr>
          <p:cNvPr id="8" name="Rectangle 5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0" y="4236542"/>
            <a:ext cx="9144000" cy="792467"/>
          </a:xfrm>
          <a:prstGeom prst="rect">
            <a:avLst/>
          </a:prstGeom>
          <a:solidFill>
            <a:srgbClr val="338D85"/>
          </a:solidFill>
          <a:ln>
            <a:noFill/>
          </a:ln>
        </p:spPr>
        <p:txBody>
          <a:bodyPr lIns="83091" tIns="41546" rIns="83091" bIns="41546" anchor="ctr"/>
          <a:lstStyle/>
          <a:p>
            <a:pPr marL="0" marR="0" lvl="0" indent="0" algn="l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  <p:sp>
        <p:nvSpPr>
          <p:cNvPr id="9" name="Rectangle 6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911165" y="0"/>
            <a:ext cx="1225832" cy="4266664"/>
          </a:xfrm>
          <a:prstGeom prst="rect">
            <a:avLst/>
          </a:prstGeom>
          <a:solidFill>
            <a:srgbClr val="197F76"/>
          </a:solidFill>
          <a:ln>
            <a:noFill/>
          </a:ln>
        </p:spPr>
        <p:txBody>
          <a:bodyPr lIns="83091" tIns="41546" rIns="83091" bIns="41546" anchor="ctr"/>
          <a:lstStyle/>
          <a:p>
            <a:pPr marL="0" marR="0" lvl="0" indent="0" algn="l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  <p:sp>
        <p:nvSpPr>
          <p:cNvPr id="10" name="Rectangle 6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911165" y="4230515"/>
            <a:ext cx="1225832" cy="792467"/>
          </a:xfrm>
          <a:prstGeom prst="rect">
            <a:avLst/>
          </a:prstGeom>
          <a:solidFill>
            <a:srgbClr val="6AA83A"/>
          </a:solidFill>
          <a:ln>
            <a:noFill/>
          </a:ln>
        </p:spPr>
        <p:txBody>
          <a:bodyPr lIns="83091" tIns="41546" rIns="83091" bIns="41546" anchor="ctr"/>
          <a:lstStyle/>
          <a:p>
            <a:pPr marL="0" marR="0" lvl="0" indent="0" algn="l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1497" y="5682859"/>
            <a:ext cx="2118236" cy="7502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ctangle 61"/>
          <p:cNvSpPr>
            <a:spLocks noChangeArrowheads="1"/>
          </p:cNvSpPr>
          <p:nvPr/>
        </p:nvSpPr>
        <p:spPr bwMode="auto">
          <a:xfrm>
            <a:off x="7904163" y="5032013"/>
            <a:ext cx="1244043" cy="233522"/>
          </a:xfrm>
          <a:prstGeom prst="rect">
            <a:avLst/>
          </a:prstGeom>
          <a:solidFill>
            <a:srgbClr val="66AAA4"/>
          </a:solidFill>
          <a:ln>
            <a:noFill/>
          </a:ln>
        </p:spPr>
        <p:txBody>
          <a:bodyPr lIns="83192" tIns="41596" rIns="83192" bIns="41596" anchor="ctr"/>
          <a:lstStyle/>
          <a:p>
            <a:pPr marL="0" marR="0" lvl="0" indent="0" algn="ctr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474978" y="2540606"/>
            <a:ext cx="5436189" cy="478366"/>
          </a:xfrm>
        </p:spPr>
        <p:txBody>
          <a:bodyPr>
            <a:normAutofit/>
          </a:bodyPr>
          <a:lstStyle>
            <a:lvl1pPr algn="r">
              <a:defRPr sz="2500" b="1">
                <a:solidFill>
                  <a:schemeClr val="bg1"/>
                </a:solidFill>
                <a:latin typeface="Arial" pitchFamily="34" charset="0"/>
                <a:ea typeface="標楷體" pitchFamily="65" charset="-120"/>
                <a:cs typeface="Arial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455661" y="3360662"/>
            <a:ext cx="5433809" cy="341690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rial" pitchFamily="34" charset="0"/>
                <a:ea typeface="標楷體" pitchFamily="65" charset="-120"/>
                <a:cs typeface="Arial" pitchFamily="34" charset="0"/>
              </a:defRPr>
            </a:lvl1pPr>
            <a:lvl2pPr marL="4571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890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36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22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7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5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4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9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1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35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5" indent="0">
              <a:buNone/>
              <a:defRPr sz="2000" b="1"/>
            </a:lvl2pPr>
            <a:lvl3pPr marL="914387" indent="0">
              <a:buNone/>
              <a:defRPr sz="1800" b="1"/>
            </a:lvl3pPr>
            <a:lvl4pPr marL="1371581" indent="0">
              <a:buNone/>
              <a:defRPr sz="1600" b="1"/>
            </a:lvl4pPr>
            <a:lvl5pPr marL="1828775" indent="0">
              <a:buNone/>
              <a:defRPr sz="1600" b="1"/>
            </a:lvl5pPr>
            <a:lvl6pPr marL="2285969" indent="0">
              <a:buNone/>
              <a:defRPr sz="1600" b="1"/>
            </a:lvl6pPr>
            <a:lvl7pPr marL="2743162" indent="0">
              <a:buNone/>
              <a:defRPr sz="1600" b="1"/>
            </a:lvl7pPr>
            <a:lvl8pPr marL="3200356" indent="0">
              <a:buNone/>
              <a:defRPr sz="1600" b="1"/>
            </a:lvl8pPr>
            <a:lvl9pPr marL="365754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5" indent="0">
              <a:buNone/>
              <a:defRPr sz="2000" b="1"/>
            </a:lvl2pPr>
            <a:lvl3pPr marL="914387" indent="0">
              <a:buNone/>
              <a:defRPr sz="1800" b="1"/>
            </a:lvl3pPr>
            <a:lvl4pPr marL="1371581" indent="0">
              <a:buNone/>
              <a:defRPr sz="1600" b="1"/>
            </a:lvl4pPr>
            <a:lvl5pPr marL="1828775" indent="0">
              <a:buNone/>
              <a:defRPr sz="1600" b="1"/>
            </a:lvl5pPr>
            <a:lvl6pPr marL="2285969" indent="0">
              <a:buNone/>
              <a:defRPr sz="1600" b="1"/>
            </a:lvl6pPr>
            <a:lvl7pPr marL="2743162" indent="0">
              <a:buNone/>
              <a:defRPr sz="1600" b="1"/>
            </a:lvl7pPr>
            <a:lvl8pPr marL="3200356" indent="0">
              <a:buNone/>
              <a:defRPr sz="1600" b="1"/>
            </a:lvl8pPr>
            <a:lvl9pPr marL="3657549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8" y="2174876"/>
            <a:ext cx="404177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79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07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023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3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95" indent="0">
              <a:buNone/>
              <a:defRPr sz="1200"/>
            </a:lvl2pPr>
            <a:lvl3pPr marL="914387" indent="0">
              <a:buNone/>
              <a:defRPr sz="1000"/>
            </a:lvl3pPr>
            <a:lvl4pPr marL="1371581" indent="0">
              <a:buNone/>
              <a:defRPr sz="900"/>
            </a:lvl4pPr>
            <a:lvl5pPr marL="1828775" indent="0">
              <a:buNone/>
              <a:defRPr sz="900"/>
            </a:lvl5pPr>
            <a:lvl6pPr marL="2285969" indent="0">
              <a:buNone/>
              <a:defRPr sz="900"/>
            </a:lvl6pPr>
            <a:lvl7pPr marL="2743162" indent="0">
              <a:buNone/>
              <a:defRPr sz="900"/>
            </a:lvl7pPr>
            <a:lvl8pPr marL="3200356" indent="0">
              <a:buNone/>
              <a:defRPr sz="900"/>
            </a:lvl8pPr>
            <a:lvl9pPr marL="3657549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972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95" indent="0">
              <a:buNone/>
              <a:defRPr sz="2800"/>
            </a:lvl2pPr>
            <a:lvl3pPr marL="914387" indent="0">
              <a:buNone/>
              <a:defRPr sz="2400"/>
            </a:lvl3pPr>
            <a:lvl4pPr marL="1371581" indent="0">
              <a:buNone/>
              <a:defRPr sz="2000"/>
            </a:lvl4pPr>
            <a:lvl5pPr marL="1828775" indent="0">
              <a:buNone/>
              <a:defRPr sz="2000"/>
            </a:lvl5pPr>
            <a:lvl6pPr marL="2285969" indent="0">
              <a:buNone/>
              <a:defRPr sz="2000"/>
            </a:lvl6pPr>
            <a:lvl7pPr marL="2743162" indent="0">
              <a:buNone/>
              <a:defRPr sz="2000"/>
            </a:lvl7pPr>
            <a:lvl8pPr marL="3200356" indent="0">
              <a:buNone/>
              <a:defRPr sz="2000"/>
            </a:lvl8pPr>
            <a:lvl9pPr marL="3657549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95" indent="0">
              <a:buNone/>
              <a:defRPr sz="1200"/>
            </a:lvl2pPr>
            <a:lvl3pPr marL="914387" indent="0">
              <a:buNone/>
              <a:defRPr sz="1000"/>
            </a:lvl3pPr>
            <a:lvl4pPr marL="1371581" indent="0">
              <a:buNone/>
              <a:defRPr sz="900"/>
            </a:lvl4pPr>
            <a:lvl5pPr marL="1828775" indent="0">
              <a:buNone/>
              <a:defRPr sz="900"/>
            </a:lvl5pPr>
            <a:lvl6pPr marL="2285969" indent="0">
              <a:buNone/>
              <a:defRPr sz="900"/>
            </a:lvl6pPr>
            <a:lvl7pPr marL="2743162" indent="0">
              <a:buNone/>
              <a:defRPr sz="900"/>
            </a:lvl7pPr>
            <a:lvl8pPr marL="3200356" indent="0">
              <a:buNone/>
              <a:defRPr sz="900"/>
            </a:lvl8pPr>
            <a:lvl9pPr marL="3657549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109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003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7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1" y="274647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088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5" y="2130689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2971" indent="0" algn="ctr">
              <a:buNone/>
              <a:defRPr/>
            </a:lvl2pPr>
            <a:lvl3pPr marL="905959" indent="0" algn="ctr">
              <a:buNone/>
              <a:defRPr/>
            </a:lvl3pPr>
            <a:lvl4pPr marL="1358949" indent="0" algn="ctr">
              <a:buNone/>
              <a:defRPr/>
            </a:lvl4pPr>
            <a:lvl5pPr marL="1811934" indent="0" algn="ctr">
              <a:buNone/>
              <a:defRPr/>
            </a:lvl5pPr>
            <a:lvl6pPr marL="2264919" indent="0" algn="ctr">
              <a:buNone/>
              <a:defRPr/>
            </a:lvl6pPr>
            <a:lvl7pPr marL="2717904" indent="0" algn="ctr">
              <a:buNone/>
              <a:defRPr/>
            </a:lvl7pPr>
            <a:lvl8pPr marL="3170887" indent="0" algn="ctr">
              <a:buNone/>
              <a:defRPr/>
            </a:lvl8pPr>
            <a:lvl9pPr marL="3623874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E5BED80B-019C-48F3-AC80-AEC397A8956C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448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>
                <a:solidFill>
                  <a:srgbClr val="000000"/>
                </a:solidFill>
                <a:latin typeface="+mj-lt"/>
              </a:defRPr>
            </a:lvl1pPr>
          </a:lstStyle>
          <a:p>
            <a:pPr>
              <a:defRPr/>
            </a:pPr>
            <a:fld id="{8ED3E53D-929F-471A-B4E1-B843ACD94891}" type="slidenum">
              <a:rPr lang="en-US" altLang="zh-TW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24576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5" y="4407167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5" y="2906800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2971" indent="0">
              <a:buNone/>
              <a:defRPr sz="1800"/>
            </a:lvl2pPr>
            <a:lvl3pPr marL="905959" indent="0">
              <a:buNone/>
              <a:defRPr sz="1600"/>
            </a:lvl3pPr>
            <a:lvl4pPr marL="1358949" indent="0">
              <a:buNone/>
              <a:defRPr sz="1400"/>
            </a:lvl4pPr>
            <a:lvl5pPr marL="1811934" indent="0">
              <a:buNone/>
              <a:defRPr sz="1400"/>
            </a:lvl5pPr>
            <a:lvl6pPr marL="2264919" indent="0">
              <a:buNone/>
              <a:defRPr sz="1400"/>
            </a:lvl6pPr>
            <a:lvl7pPr marL="2717904" indent="0">
              <a:buNone/>
              <a:defRPr sz="1400"/>
            </a:lvl7pPr>
            <a:lvl8pPr marL="3170887" indent="0">
              <a:buNone/>
              <a:defRPr sz="1400"/>
            </a:lvl8pPr>
            <a:lvl9pPr marL="3623874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D40282D5-5B4D-4590-94AE-B7A9B52D1D3D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089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79475" y="968376"/>
            <a:ext cx="4144964" cy="4959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6764" y="968376"/>
            <a:ext cx="4144963" cy="4959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1E230DBF-7A3F-42F2-8F4D-845E988073B1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9078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971" indent="0">
              <a:buNone/>
              <a:defRPr sz="2000" b="1"/>
            </a:lvl2pPr>
            <a:lvl3pPr marL="905959" indent="0">
              <a:buNone/>
              <a:defRPr sz="1800" b="1"/>
            </a:lvl3pPr>
            <a:lvl4pPr marL="1358949" indent="0">
              <a:buNone/>
              <a:defRPr sz="1600" b="1"/>
            </a:lvl4pPr>
            <a:lvl5pPr marL="1811934" indent="0">
              <a:buNone/>
              <a:defRPr sz="1600" b="1"/>
            </a:lvl5pPr>
            <a:lvl6pPr marL="2264919" indent="0">
              <a:buNone/>
              <a:defRPr sz="1600" b="1"/>
            </a:lvl6pPr>
            <a:lvl7pPr marL="2717904" indent="0">
              <a:buNone/>
              <a:defRPr sz="1600" b="1"/>
            </a:lvl7pPr>
            <a:lvl8pPr marL="3170887" indent="0">
              <a:buNone/>
              <a:defRPr sz="1600" b="1"/>
            </a:lvl8pPr>
            <a:lvl9pPr marL="3623874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104" y="1535113"/>
            <a:ext cx="404177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971" indent="0">
              <a:buNone/>
              <a:defRPr sz="2000" b="1"/>
            </a:lvl2pPr>
            <a:lvl3pPr marL="905959" indent="0">
              <a:buNone/>
              <a:defRPr sz="1800" b="1"/>
            </a:lvl3pPr>
            <a:lvl4pPr marL="1358949" indent="0">
              <a:buNone/>
              <a:defRPr sz="1600" b="1"/>
            </a:lvl4pPr>
            <a:lvl5pPr marL="1811934" indent="0">
              <a:buNone/>
              <a:defRPr sz="1600" b="1"/>
            </a:lvl5pPr>
            <a:lvl6pPr marL="2264919" indent="0">
              <a:buNone/>
              <a:defRPr sz="1600" b="1"/>
            </a:lvl6pPr>
            <a:lvl7pPr marL="2717904" indent="0">
              <a:buNone/>
              <a:defRPr sz="1600" b="1"/>
            </a:lvl7pPr>
            <a:lvl8pPr marL="3170887" indent="0">
              <a:buNone/>
              <a:defRPr sz="1600" b="1"/>
            </a:lvl8pPr>
            <a:lvl9pPr marL="3623874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104" y="2174876"/>
            <a:ext cx="404177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C02CD791-B028-47DB-A9B8-2A3B18CDB8BC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7651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288E145D-3FC8-4CA6-AE82-0FC62FEC69AB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89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3907F731-4225-4D21-AE3B-9C9B67140A1C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5516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20" y="27305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3" y="27317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2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2971" indent="0">
              <a:buNone/>
              <a:defRPr sz="1200"/>
            </a:lvl2pPr>
            <a:lvl3pPr marL="905959" indent="0">
              <a:buNone/>
              <a:defRPr sz="1000"/>
            </a:lvl3pPr>
            <a:lvl4pPr marL="1358949" indent="0">
              <a:buNone/>
              <a:defRPr sz="900"/>
            </a:lvl4pPr>
            <a:lvl5pPr marL="1811934" indent="0">
              <a:buNone/>
              <a:defRPr sz="900"/>
            </a:lvl5pPr>
            <a:lvl6pPr marL="2264919" indent="0">
              <a:buNone/>
              <a:defRPr sz="900"/>
            </a:lvl6pPr>
            <a:lvl7pPr marL="2717904" indent="0">
              <a:buNone/>
              <a:defRPr sz="900"/>
            </a:lvl7pPr>
            <a:lvl8pPr marL="3170887" indent="0">
              <a:buNone/>
              <a:defRPr sz="900"/>
            </a:lvl8pPr>
            <a:lvl9pPr marL="3623874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CECE50C1-4B03-40EB-9025-BFB050163010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6252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2971" indent="0">
              <a:buNone/>
              <a:defRPr sz="2800"/>
            </a:lvl2pPr>
            <a:lvl3pPr marL="905959" indent="0">
              <a:buNone/>
              <a:defRPr sz="2400"/>
            </a:lvl3pPr>
            <a:lvl4pPr marL="1358949" indent="0">
              <a:buNone/>
              <a:defRPr sz="2000"/>
            </a:lvl4pPr>
            <a:lvl5pPr marL="1811934" indent="0">
              <a:buNone/>
              <a:defRPr sz="2000"/>
            </a:lvl5pPr>
            <a:lvl6pPr marL="2264919" indent="0">
              <a:buNone/>
              <a:defRPr sz="2000"/>
            </a:lvl6pPr>
            <a:lvl7pPr marL="2717904" indent="0">
              <a:buNone/>
              <a:defRPr sz="2000"/>
            </a:lvl7pPr>
            <a:lvl8pPr marL="3170887" indent="0">
              <a:buNone/>
              <a:defRPr sz="2000"/>
            </a:lvl8pPr>
            <a:lvl9pPr marL="3623874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2971" indent="0">
              <a:buNone/>
              <a:defRPr sz="1200"/>
            </a:lvl2pPr>
            <a:lvl3pPr marL="905959" indent="0">
              <a:buNone/>
              <a:defRPr sz="1000"/>
            </a:lvl3pPr>
            <a:lvl4pPr marL="1358949" indent="0">
              <a:buNone/>
              <a:defRPr sz="900"/>
            </a:lvl4pPr>
            <a:lvl5pPr marL="1811934" indent="0">
              <a:buNone/>
              <a:defRPr sz="900"/>
            </a:lvl5pPr>
            <a:lvl6pPr marL="2264919" indent="0">
              <a:buNone/>
              <a:defRPr sz="900"/>
            </a:lvl6pPr>
            <a:lvl7pPr marL="2717904" indent="0">
              <a:buNone/>
              <a:defRPr sz="900"/>
            </a:lvl7pPr>
            <a:lvl8pPr marL="3170887" indent="0">
              <a:buNone/>
              <a:defRPr sz="900"/>
            </a:lvl8pPr>
            <a:lvl9pPr marL="3623874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02F6C06E-BBF6-4166-A864-2D6A3A34251B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27273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F4E4EE90-7F0C-4BBE-98F8-8B49AB1DB18B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51510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0525" y="149226"/>
            <a:ext cx="2152651" cy="57785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279405" y="149226"/>
            <a:ext cx="6308725" cy="57785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911248">
              <a:defRPr/>
            </a:lvl1pPr>
          </a:lstStyle>
          <a:p>
            <a:pPr>
              <a:defRPr/>
            </a:pPr>
            <a:fld id="{C86F7335-737E-487A-9164-CB89C5B1312C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6660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826"/>
            <a:ext cx="7772400" cy="1470025"/>
          </a:xfrm>
        </p:spPr>
        <p:txBody>
          <a:bodyPr/>
          <a:lstStyle>
            <a:lvl1pPr algn="r"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FontTx/>
              <a:buNone/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  <a:endParaRPr lang="zh-TW" altLang="en-US" noProof="0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2836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zh-TW" altLang="en-US"/>
              <a:t>第</a:t>
            </a:r>
            <a:fld id="{E3D561F3-7B29-4A7A-B466-EEE50C60DB0F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119177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>
            <a:lvl1pPr algn="l">
              <a:defRPr sz="2800" b="1">
                <a:solidFill>
                  <a:srgbClr val="006666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9"/>
            <a:ext cx="8229600" cy="5073431"/>
          </a:xfrm>
        </p:spPr>
        <p:txBody>
          <a:bodyPr/>
          <a:lstStyle>
            <a:lvl1pPr marL="180005" indent="-180005">
              <a:buFont typeface="Arial" panose="020B0604020202020204" pitchFamily="34" charset="0"/>
              <a:buChar char="•"/>
              <a:defRPr sz="16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742969" indent="-285757">
              <a:buFont typeface="Wingdings" pitchFamily="2" charset="2"/>
              <a:buChar char="ü"/>
              <a:defRPr sz="1400"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1143028" indent="-228606">
              <a:buFont typeface="Arial" pitchFamily="34" charset="0"/>
              <a:buChar char="−"/>
              <a:defRPr sz="1200"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itchFamily="65" charset="-120"/>
                <a:ea typeface="標楷體" pitchFamily="65" charset="-120"/>
              </a:defRPr>
            </a:lvl4pPr>
            <a:lvl5pPr>
              <a:defRPr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2836">
              <a:defRPr sz="1000">
                <a:latin typeface="標楷體" panose="03000509000000000000" pitchFamily="65" charset="-120"/>
                <a:ea typeface="標楷體" panose="03000509000000000000" pitchFamily="65" charset="-120"/>
                <a:cs typeface="Arial" pitchFamily="34" charset="0"/>
              </a:defRPr>
            </a:lvl1pPr>
          </a:lstStyle>
          <a:p>
            <a:pPr>
              <a:defRPr/>
            </a:pPr>
            <a:fld id="{EAFFD823-4923-439B-A099-DCF58D57E58A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100562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73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12" indent="0">
              <a:buNone/>
              <a:defRPr sz="1800"/>
            </a:lvl2pPr>
            <a:lvl3pPr marL="914423" indent="0">
              <a:buNone/>
              <a:defRPr sz="1600"/>
            </a:lvl3pPr>
            <a:lvl4pPr marL="1371634" indent="0">
              <a:buNone/>
              <a:defRPr sz="1400"/>
            </a:lvl4pPr>
            <a:lvl5pPr marL="1828846" indent="0">
              <a:buNone/>
              <a:defRPr sz="1400"/>
            </a:lvl5pPr>
            <a:lvl6pPr marL="2286057" indent="0">
              <a:buNone/>
              <a:defRPr sz="1400"/>
            </a:lvl6pPr>
            <a:lvl7pPr marL="2743269" indent="0">
              <a:buNone/>
              <a:defRPr sz="1400"/>
            </a:lvl7pPr>
            <a:lvl8pPr marL="3200480" indent="0">
              <a:buNone/>
              <a:defRPr sz="1400"/>
            </a:lvl8pPr>
            <a:lvl9pPr marL="3657691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C5285D38-7140-405F-8B03-FF838E414EB9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6012735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A33A2572-DC11-4ECA-B1DC-3930B68FDA19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47441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A9616476-65D4-4535-8686-9172E2541BB0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17532333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F2F5CF8C-C3E4-4DD3-BCF3-72EA26F8C8A1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20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28354776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2836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653DFA-F471-49FF-B471-C254F414B24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742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3" y="27313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200AC54A-0633-42F7-B386-D75BDFA386E4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20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5155511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12" indent="0">
              <a:buNone/>
              <a:defRPr sz="1200"/>
            </a:lvl2pPr>
            <a:lvl3pPr marL="914423" indent="0">
              <a:buNone/>
              <a:defRPr sz="1000"/>
            </a:lvl3pPr>
            <a:lvl4pPr marL="1371634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9" indent="0">
              <a:buNone/>
              <a:defRPr sz="900"/>
            </a:lvl7pPr>
            <a:lvl8pPr marL="3200480" indent="0">
              <a:buNone/>
              <a:defRPr sz="900"/>
            </a:lvl8pPr>
            <a:lvl9pPr marL="3657691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D4E717EF-30C0-41B3-AAE1-70A471FA9149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3905112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59129562-D96E-4A67-8E6B-BFF7F1917507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22341928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722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722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AE6B0F1E-1030-4FD1-95DF-6520021262DD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1880511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pPr lvl="0"/>
            <a:r>
              <a:rPr lang="zh-TW" altLang="en-US" noProof="0"/>
              <a:t>按一下圖示以新增表格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F271D537-4B13-4871-B1AE-497553F47CF7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1583474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274722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912836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D0C23957-BDFD-4F9B-AA69-13E23E429650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2451468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0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-7326" y="4"/>
          <a:ext cx="152401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60" imgH="360" progId="TCLayout.ActiveDocument.1">
                  <p:embed/>
                </p:oleObj>
              </mc:Choice>
              <mc:Fallback>
                <p:oleObj name="think-cell Slide" r:id="rId16" imgW="360" imgH="360" progId="TCLayout.ActiveDocument.1">
                  <p:embed/>
                  <p:pic>
                    <p:nvPicPr>
                      <p:cNvPr id="4" name="Object 30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326" y="4"/>
                        <a:ext cx="152401" cy="15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11613" y="5257800"/>
            <a:ext cx="1225061" cy="1600200"/>
          </a:xfrm>
          <a:prstGeom prst="rect">
            <a:avLst/>
          </a:prstGeom>
          <a:solidFill>
            <a:srgbClr val="CCE3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6" name="Notes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06622" y="6246913"/>
            <a:ext cx="577508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 anchor="b">
            <a:spAutoFit/>
          </a:bodyPr>
          <a:lstStyle>
            <a:lvl1pPr marL="185738" indent="-185738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fontAlgn="t">
              <a:defRPr/>
            </a:pPr>
            <a:endParaRPr kumimoji="0" lang="zh-TW" altLang="zh-TW" sz="1000" noProof="1">
              <a:solidFill>
                <a:srgbClr val="000000"/>
              </a:solidFill>
              <a:ea typeface="STXihei"/>
              <a:cs typeface="STXihei"/>
            </a:endParaRPr>
          </a:p>
        </p:txBody>
      </p:sp>
      <p:sp>
        <p:nvSpPr>
          <p:cNvPr id="7" name="Rectangle 5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0"/>
            <a:ext cx="9144000" cy="4267200"/>
          </a:xfrm>
          <a:prstGeom prst="rect">
            <a:avLst/>
          </a:prstGeom>
          <a:solidFill>
            <a:srgbClr val="00716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8" name="Rectangle 5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0" y="5029200"/>
            <a:ext cx="9144000" cy="236538"/>
          </a:xfrm>
          <a:prstGeom prst="rect">
            <a:avLst/>
          </a:prstGeom>
          <a:solidFill>
            <a:srgbClr val="80B8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9" name="Rectangle 6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911613" y="0"/>
            <a:ext cx="1225061" cy="4267200"/>
          </a:xfrm>
          <a:prstGeom prst="rect">
            <a:avLst/>
          </a:prstGeom>
          <a:solidFill>
            <a:srgbClr val="197F7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10" name="Rectangle 5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0" y="4237038"/>
            <a:ext cx="9144000" cy="792162"/>
          </a:xfrm>
          <a:prstGeom prst="rect">
            <a:avLst/>
          </a:prstGeom>
          <a:solidFill>
            <a:srgbClr val="338D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11" name="Rectangle 6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911613" y="4237038"/>
            <a:ext cx="1225061" cy="792162"/>
          </a:xfrm>
          <a:prstGeom prst="rect">
            <a:avLst/>
          </a:prstGeom>
          <a:solidFill>
            <a:srgbClr val="6AA8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>
              <a:solidFill>
                <a:srgbClr val="000000"/>
              </a:solidFill>
            </a:endParaRPr>
          </a:p>
        </p:txBody>
      </p:sp>
      <p:sp>
        <p:nvSpPr>
          <p:cNvPr id="12" name="Working Draft Text" hidden="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67558" y="325441"/>
            <a:ext cx="993862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1pPr>
            <a:lvl2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2pPr>
            <a:lvl3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3pPr>
            <a:lvl4pPr marL="1368425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4pPr>
            <a:lvl5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900" b="1" i="0">
                <a:solidFill>
                  <a:srgbClr val="FFFFFF"/>
                </a:solidFill>
              </a:rPr>
              <a:t>WORKING DRAFT</a:t>
            </a:r>
          </a:p>
        </p:txBody>
      </p:sp>
      <p:sp>
        <p:nvSpPr>
          <p:cNvPr id="13" name="Working Draft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67560" y="473078"/>
            <a:ext cx="2725105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1pPr>
            <a:lvl2pPr marL="742950" indent="-285750"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2pPr>
            <a:lvl3pPr marL="1143000" indent="-228600"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3pPr>
            <a:lvl4pPr marL="1600200" indent="-228600"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4pPr>
            <a:lvl5pPr marL="2057400" indent="-228600" eaLnBrk="0" hangingPunct="0"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 baseline="30000">
                <a:solidFill>
                  <a:schemeClr val="tx1"/>
                </a:solidFill>
                <a:latin typeface="Arial" charset="0"/>
                <a:ea typeface="华文细黑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900" b="0" i="0" baseline="0">
                <a:solidFill>
                  <a:srgbClr val="FFFFFF"/>
                </a:solidFill>
              </a:rPr>
              <a:t>Working Draft - Last Modified 10/9/2012 11:56:40 PM</a:t>
            </a:r>
          </a:p>
        </p:txBody>
      </p:sp>
      <p:sp>
        <p:nvSpPr>
          <p:cNvPr id="14" name="Printed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67560" y="622303"/>
            <a:ext cx="2654573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1pPr>
            <a:lvl2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2pPr>
            <a:lvl3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3pPr>
            <a:lvl4pPr marL="1368425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4pPr>
            <a:lvl5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900" i="0">
                <a:solidFill>
                  <a:srgbClr val="FFFFFF"/>
                </a:solidFill>
              </a:rPr>
              <a:t>Printed 8/22/2011 7:43:40 AM China Standard Time</a:t>
            </a:r>
          </a:p>
        </p:txBody>
      </p:sp>
      <p:grpSp>
        <p:nvGrpSpPr>
          <p:cNvPr id="15" name="McK Title Elements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3417277" y="3341691"/>
            <a:ext cx="4355123" cy="1431925"/>
            <a:chOff x="2439" y="2218"/>
            <a:chExt cx="3109" cy="951"/>
          </a:xfrm>
        </p:grpSpPr>
        <p:sp>
          <p:nvSpPr>
            <p:cNvPr id="16" name="McK Document type" hidden="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439" y="2218"/>
              <a:ext cx="310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1pPr>
              <a:lvl2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2pPr>
              <a:lvl3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3pPr>
              <a:lvl4pPr marL="1368425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4pPr>
              <a:lvl5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9pPr>
            </a:lstStyle>
            <a:p>
              <a:pPr algn="r" eaLnBrk="1" hangingPunct="1">
                <a:defRPr/>
              </a:pPr>
              <a:r>
                <a:rPr kumimoji="0" lang="en-US" altLang="zh-TW" sz="1700" b="1" i="0">
                  <a:solidFill>
                    <a:srgbClr val="FFFFFF"/>
                  </a:solidFill>
                </a:rPr>
                <a:t>Document type</a:t>
              </a:r>
            </a:p>
          </p:txBody>
        </p:sp>
        <p:sp>
          <p:nvSpPr>
            <p:cNvPr id="17" name="McK Date" hidden="1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439" y="2995"/>
              <a:ext cx="3109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1pPr>
              <a:lvl2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2pPr>
              <a:lvl3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3pPr>
              <a:lvl4pPr marL="1368425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4pPr>
              <a:lvl5pPr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9pPr>
            </a:lstStyle>
            <a:p>
              <a:pPr algn="r" eaLnBrk="1" hangingPunct="1">
                <a:defRPr/>
              </a:pPr>
              <a:r>
                <a:rPr kumimoji="0" lang="en-US" altLang="zh-TW" sz="1700" b="1" i="0">
                  <a:solidFill>
                    <a:srgbClr val="FFFFFF"/>
                  </a:solidFill>
                </a:rPr>
                <a:t>Date</a:t>
              </a:r>
            </a:p>
          </p:txBody>
        </p:sp>
      </p:grpSp>
      <p:pic>
        <p:nvPicPr>
          <p:cNvPr id="18" name="Picture 3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8" t="30695" r="68573" b="57460"/>
          <a:stretch>
            <a:fillRect/>
          </a:stretch>
        </p:blipFill>
        <p:spPr bwMode="auto">
          <a:xfrm>
            <a:off x="159728" y="5692779"/>
            <a:ext cx="316230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9" name="Title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344916" y="2004846"/>
            <a:ext cx="6426157" cy="400110"/>
          </a:xfrm>
        </p:spPr>
        <p:txBody>
          <a:bodyPr anchor="ctr"/>
          <a:lstStyle>
            <a:lvl1pPr algn="r">
              <a:defRPr sz="2600" smtClean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TW" noProof="0" dirty="0"/>
              <a:t>Click to edit Master title style</a:t>
            </a:r>
          </a:p>
        </p:txBody>
      </p:sp>
      <p:sp>
        <p:nvSpPr>
          <p:cNvPr id="1413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535" y="3019212"/>
            <a:ext cx="6400940" cy="292388"/>
          </a:xfrm>
        </p:spPr>
        <p:txBody>
          <a:bodyPr/>
          <a:lstStyle>
            <a:lvl1pPr algn="r">
              <a:defRPr sz="1900" smtClean="0"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  <a:endParaRPr lang="en-US" altLang="zh-TW" noProof="0"/>
          </a:p>
        </p:txBody>
      </p:sp>
    </p:spTree>
    <p:extLst>
      <p:ext uri="{BB962C8B-B14F-4D97-AF65-F5344CB8AC3E}">
        <p14:creationId xmlns:p14="http://schemas.microsoft.com/office/powerpoint/2010/main" val="24145221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F1638189-CA4F-4D59-9894-04D9F0EBAC10}" type="slidenum">
              <a:rPr altLang="zh-TW"/>
              <a:pPr>
                <a:defRPr/>
              </a:pPr>
              <a:t>‹#›</a:t>
            </a:fld>
            <a:endParaRPr lang="zh-TW" altLang="zh-TW"/>
          </a:p>
        </p:txBody>
      </p:sp>
      <p:sp>
        <p:nvSpPr>
          <p:cNvPr id="4" name="doc id"/>
          <p:cNvSpPr>
            <a:spLocks noGrp="1" noChangeArrowheads="1"/>
          </p:cNvSpPr>
          <p:nvPr>
            <p:ph type="ftr" sz="quarter" idx="11"/>
          </p:nvPr>
        </p:nvSpPr>
        <p:spPr>
          <a:xfrm>
            <a:off x="8285766" y="430058"/>
            <a:ext cx="455254" cy="208272"/>
          </a:xfrm>
        </p:spPr>
        <p:txBody>
          <a:bodyPr/>
          <a:lstStyle>
            <a:lvl2pPr marL="450861" lvl="1">
              <a:defRPr kumimoji="1"/>
            </a:lvl2pPr>
          </a:lstStyle>
          <a:p>
            <a:pPr lvl="1">
              <a:defRPr/>
            </a:pPr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7588444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765" y="202297"/>
            <a:ext cx="8718056" cy="369332"/>
          </a:xfrm>
        </p:spPr>
        <p:txBody>
          <a:bodyPr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4165" y="709067"/>
            <a:ext cx="8730368" cy="1461939"/>
          </a:xfrm>
        </p:spPr>
        <p:txBody>
          <a:bodyPr/>
          <a:lstStyle>
            <a:lvl1pPr>
              <a:spcBef>
                <a:spcPts val="600"/>
              </a:spcBef>
              <a:spcAft>
                <a:spcPts val="0"/>
              </a:spcAft>
              <a:defRPr b="1"/>
            </a:lvl1pPr>
            <a:lvl2pPr>
              <a:spcBef>
                <a:spcPts val="600"/>
              </a:spcBef>
              <a:spcAft>
                <a:spcPts val="0"/>
              </a:spcAft>
              <a:defRPr/>
            </a:lvl2pPr>
            <a:lvl3pPr>
              <a:spcBef>
                <a:spcPts val="600"/>
              </a:spcBef>
              <a:spcAft>
                <a:spcPts val="0"/>
              </a:spcAft>
              <a:defRPr/>
            </a:lvl3pPr>
            <a:lvl4pPr>
              <a:spcBef>
                <a:spcPts val="600"/>
              </a:spcBef>
              <a:spcAft>
                <a:spcPts val="0"/>
              </a:spcAft>
              <a:defRPr/>
            </a:lvl4pPr>
            <a:lvl5pPr>
              <a:spcBef>
                <a:spcPts val="6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pg num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kumimoji="1"/>
            </a:lvl1pPr>
          </a:lstStyle>
          <a:p>
            <a:pPr>
              <a:defRPr/>
            </a:pPr>
            <a:fld id="{70DAD641-C9DE-4D09-823B-D642E449157B}" type="slidenum">
              <a:rPr altLang="zh-TW"/>
              <a:pPr>
                <a:defRPr/>
              </a:pPr>
              <a:t>‹#›</a:t>
            </a:fld>
            <a:endParaRPr lang="zh-TW" altLang="zh-TW"/>
          </a:p>
        </p:txBody>
      </p:sp>
      <p:sp>
        <p:nvSpPr>
          <p:cNvPr id="5" name="doc id"/>
          <p:cNvSpPr>
            <a:spLocks noGrp="1" noChangeArrowheads="1"/>
          </p:cNvSpPr>
          <p:nvPr>
            <p:ph type="ftr" sz="quarter" idx="11"/>
          </p:nvPr>
        </p:nvSpPr>
        <p:spPr>
          <a:xfrm>
            <a:off x="8285766" y="293578"/>
            <a:ext cx="455254" cy="208272"/>
          </a:xfrm>
        </p:spPr>
        <p:txBody>
          <a:bodyPr/>
          <a:lstStyle>
            <a:lvl2pPr marL="450861" lvl="1">
              <a:defRPr kumimoji="1"/>
            </a:lvl2pPr>
          </a:lstStyle>
          <a:p>
            <a:pPr lvl="1">
              <a:defRPr/>
            </a:pPr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8034346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912836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653DFA-F471-49FF-B471-C254F414B24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92489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42"/>
          <p:cNvSpPr>
            <a:spLocks noChangeArrowheads="1"/>
          </p:cNvSpPr>
          <p:nvPr userDrawn="1"/>
        </p:nvSpPr>
        <p:spPr bwMode="auto">
          <a:xfrm>
            <a:off x="0" y="0"/>
            <a:ext cx="9144000" cy="4283075"/>
          </a:xfrm>
          <a:prstGeom prst="rect">
            <a:avLst/>
          </a:prstGeom>
          <a:solidFill>
            <a:srgbClr val="0071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5" name="Rectangle 1043"/>
          <p:cNvSpPr>
            <a:spLocks noChangeArrowheads="1"/>
          </p:cNvSpPr>
          <p:nvPr userDrawn="1"/>
        </p:nvSpPr>
        <p:spPr bwMode="auto">
          <a:xfrm>
            <a:off x="8072438" y="0"/>
            <a:ext cx="1071562" cy="4283075"/>
          </a:xfrm>
          <a:prstGeom prst="rect">
            <a:avLst/>
          </a:prstGeom>
          <a:solidFill>
            <a:srgbClr val="197F7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6" name="Rectangle 1044"/>
          <p:cNvSpPr>
            <a:spLocks noChangeArrowheads="1"/>
          </p:cNvSpPr>
          <p:nvPr userDrawn="1"/>
        </p:nvSpPr>
        <p:spPr bwMode="auto">
          <a:xfrm>
            <a:off x="0" y="4283075"/>
            <a:ext cx="9144000" cy="668338"/>
          </a:xfrm>
          <a:prstGeom prst="rect">
            <a:avLst/>
          </a:prstGeom>
          <a:solidFill>
            <a:srgbClr val="338D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7" name="Rectangle 1045"/>
          <p:cNvSpPr>
            <a:spLocks noChangeArrowheads="1"/>
          </p:cNvSpPr>
          <p:nvPr userDrawn="1"/>
        </p:nvSpPr>
        <p:spPr bwMode="auto">
          <a:xfrm>
            <a:off x="0" y="4951413"/>
            <a:ext cx="9144000" cy="206375"/>
          </a:xfrm>
          <a:prstGeom prst="rect">
            <a:avLst/>
          </a:prstGeom>
          <a:solidFill>
            <a:srgbClr val="80B8B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8" name="Rectangle 1046"/>
          <p:cNvSpPr>
            <a:spLocks noChangeArrowheads="1"/>
          </p:cNvSpPr>
          <p:nvPr userDrawn="1"/>
        </p:nvSpPr>
        <p:spPr bwMode="auto">
          <a:xfrm>
            <a:off x="8072438" y="4283075"/>
            <a:ext cx="1071562" cy="668338"/>
          </a:xfrm>
          <a:prstGeom prst="rect">
            <a:avLst/>
          </a:prstGeom>
          <a:solidFill>
            <a:srgbClr val="6AA83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9" name="Rectangle 1047"/>
          <p:cNvSpPr>
            <a:spLocks noChangeArrowheads="1"/>
          </p:cNvSpPr>
          <p:nvPr userDrawn="1"/>
        </p:nvSpPr>
        <p:spPr bwMode="auto">
          <a:xfrm>
            <a:off x="8072438" y="4951413"/>
            <a:ext cx="1071562" cy="206375"/>
          </a:xfrm>
          <a:prstGeom prst="rect">
            <a:avLst/>
          </a:prstGeom>
          <a:solidFill>
            <a:srgbClr val="66AAA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" name="Rectangle 1048"/>
          <p:cNvSpPr>
            <a:spLocks noChangeArrowheads="1"/>
          </p:cNvSpPr>
          <p:nvPr userDrawn="1"/>
        </p:nvSpPr>
        <p:spPr bwMode="auto">
          <a:xfrm>
            <a:off x="8072438" y="5157788"/>
            <a:ext cx="1071562" cy="1695450"/>
          </a:xfrm>
          <a:prstGeom prst="rect">
            <a:avLst/>
          </a:prstGeom>
          <a:solidFill>
            <a:srgbClr val="CCE3E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269" name="Rectangle 1053"/>
          <p:cNvSpPr>
            <a:spLocks noGrp="1" noChangeArrowheads="1"/>
          </p:cNvSpPr>
          <p:nvPr>
            <p:ph type="ctrTitle" sz="quarter"/>
          </p:nvPr>
        </p:nvSpPr>
        <p:spPr>
          <a:xfrm>
            <a:off x="228601" y="838769"/>
            <a:ext cx="7772400" cy="1143000"/>
          </a:xfrm>
        </p:spPr>
        <p:txBody>
          <a:bodyPr/>
          <a:lstStyle>
            <a:lvl1pPr algn="r">
              <a:defRPr sz="4200">
                <a:solidFill>
                  <a:schemeClr val="bg1"/>
                </a:solidFill>
                <a:ea typeface="華康中明體" pitchFamily="49" charset="-120"/>
              </a:defRPr>
            </a:lvl1pPr>
          </a:lstStyle>
          <a:p>
            <a:pPr lvl="0"/>
            <a:r>
              <a:rPr lang="en-US" altLang="zh-TW" noProof="0"/>
              <a:t>Click to edit Master title style</a:t>
            </a:r>
          </a:p>
        </p:txBody>
      </p:sp>
      <p:sp>
        <p:nvSpPr>
          <p:cNvPr id="10270" name="Rectangle 10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600200" y="2133885"/>
            <a:ext cx="6400800" cy="1218347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  <a:ea typeface="華康中明體" pitchFamily="49" charset="-120"/>
              </a:defRPr>
            </a:lvl1pPr>
          </a:lstStyle>
          <a:p>
            <a:pPr lvl="0"/>
            <a:r>
              <a:rPr lang="en-US" altLang="zh-TW" noProof="0"/>
              <a:t>Click to edit Master subtitle style</a:t>
            </a:r>
          </a:p>
        </p:txBody>
      </p:sp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49" y="5426566"/>
            <a:ext cx="2352675" cy="86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511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9CD6DA5A-E880-444B-AC83-4666A709CFB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859160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744" y="4407090"/>
            <a:ext cx="7772400" cy="136193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744" y="2907258"/>
            <a:ext cx="7772400" cy="1499832"/>
          </a:xfrm>
        </p:spPr>
        <p:txBody>
          <a:bodyPr anchor="b"/>
          <a:lstStyle>
            <a:lvl1pPr marL="0" indent="0">
              <a:buNone/>
              <a:defRPr sz="1800"/>
            </a:lvl1pPr>
            <a:lvl2pPr marL="412029" indent="0">
              <a:buNone/>
              <a:defRPr sz="1600"/>
            </a:lvl2pPr>
            <a:lvl3pPr marL="824057" indent="0">
              <a:buNone/>
              <a:defRPr sz="1400"/>
            </a:lvl3pPr>
            <a:lvl4pPr marL="1236086" indent="0">
              <a:buNone/>
              <a:defRPr sz="1300"/>
            </a:lvl4pPr>
            <a:lvl5pPr marL="1648115" indent="0">
              <a:buNone/>
              <a:defRPr sz="1300"/>
            </a:lvl5pPr>
            <a:lvl6pPr marL="2060143" indent="0">
              <a:buNone/>
              <a:defRPr sz="1300"/>
            </a:lvl6pPr>
            <a:lvl7pPr marL="2472172" indent="0">
              <a:buNone/>
              <a:defRPr sz="1300"/>
            </a:lvl7pPr>
            <a:lvl8pPr marL="2884200" indent="0">
              <a:buNone/>
              <a:defRPr sz="1300"/>
            </a:lvl8pPr>
            <a:lvl9pPr marL="3296229" indent="0">
              <a:buNone/>
              <a:defRPr sz="13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B7E256D4-FDA5-4406-AD79-0FD85208F87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67831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1" y="1295117"/>
            <a:ext cx="3817188" cy="4846376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012" y="1295117"/>
            <a:ext cx="3817189" cy="4846376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B9C4801C-FFC1-4152-8738-133CD2A6EC5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533422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7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373"/>
            <a:ext cx="4040038" cy="639739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2029" indent="0">
              <a:buNone/>
              <a:defRPr sz="1800" b="1"/>
            </a:lvl2pPr>
            <a:lvl3pPr marL="824057" indent="0">
              <a:buNone/>
              <a:defRPr sz="1600" b="1"/>
            </a:lvl3pPr>
            <a:lvl4pPr marL="1236086" indent="0">
              <a:buNone/>
              <a:defRPr sz="1400" b="1"/>
            </a:lvl4pPr>
            <a:lvl5pPr marL="1648115" indent="0">
              <a:buNone/>
              <a:defRPr sz="1400" b="1"/>
            </a:lvl5pPr>
            <a:lvl6pPr marL="2060143" indent="0">
              <a:buNone/>
              <a:defRPr sz="1400" b="1"/>
            </a:lvl6pPr>
            <a:lvl7pPr marL="2472172" indent="0">
              <a:buNone/>
              <a:defRPr sz="1400" b="1"/>
            </a:lvl7pPr>
            <a:lvl8pPr marL="2884200" indent="0">
              <a:buNone/>
              <a:defRPr sz="1400" b="1"/>
            </a:lvl8pPr>
            <a:lvl9pPr marL="3296229" indent="0">
              <a:buNone/>
              <a:defRPr sz="14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112"/>
            <a:ext cx="4040038" cy="395074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325" y="1535373"/>
            <a:ext cx="4041475" cy="639739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2029" indent="0">
              <a:buNone/>
              <a:defRPr sz="1800" b="1"/>
            </a:lvl2pPr>
            <a:lvl3pPr marL="824057" indent="0">
              <a:buNone/>
              <a:defRPr sz="1600" b="1"/>
            </a:lvl3pPr>
            <a:lvl4pPr marL="1236086" indent="0">
              <a:buNone/>
              <a:defRPr sz="1400" b="1"/>
            </a:lvl4pPr>
            <a:lvl5pPr marL="1648115" indent="0">
              <a:buNone/>
              <a:defRPr sz="1400" b="1"/>
            </a:lvl5pPr>
            <a:lvl6pPr marL="2060143" indent="0">
              <a:buNone/>
              <a:defRPr sz="1400" b="1"/>
            </a:lvl6pPr>
            <a:lvl7pPr marL="2472172" indent="0">
              <a:buNone/>
              <a:defRPr sz="1400" b="1"/>
            </a:lvl7pPr>
            <a:lvl8pPr marL="2884200" indent="0">
              <a:buNone/>
              <a:defRPr sz="1400" b="1"/>
            </a:lvl8pPr>
            <a:lvl9pPr marL="3296229" indent="0">
              <a:buNone/>
              <a:defRPr sz="14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325" y="2175112"/>
            <a:ext cx="4041475" cy="3950743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47137CE7-F84F-41F7-B3DE-F45B2A83E23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88115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42E85B12-D2EE-4292-93AC-5366134D317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259019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927229F0-5485-45DE-BB6D-322ED82B65D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128216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2955"/>
            <a:ext cx="3007743" cy="11614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650" y="272955"/>
            <a:ext cx="5111150" cy="5852900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4437"/>
            <a:ext cx="3007743" cy="4691418"/>
          </a:xfrm>
        </p:spPr>
        <p:txBody>
          <a:bodyPr/>
          <a:lstStyle>
            <a:lvl1pPr marL="0" indent="0">
              <a:buNone/>
              <a:defRPr sz="1300"/>
            </a:lvl1pPr>
            <a:lvl2pPr marL="412029" indent="0">
              <a:buNone/>
              <a:defRPr sz="1100"/>
            </a:lvl2pPr>
            <a:lvl3pPr marL="824057" indent="0">
              <a:buNone/>
              <a:defRPr sz="900"/>
            </a:lvl3pPr>
            <a:lvl4pPr marL="1236086" indent="0">
              <a:buNone/>
              <a:defRPr sz="800"/>
            </a:lvl4pPr>
            <a:lvl5pPr marL="1648115" indent="0">
              <a:buNone/>
              <a:defRPr sz="800"/>
            </a:lvl5pPr>
            <a:lvl6pPr marL="2060143" indent="0">
              <a:buNone/>
              <a:defRPr sz="800"/>
            </a:lvl6pPr>
            <a:lvl7pPr marL="2472172" indent="0">
              <a:buNone/>
              <a:defRPr sz="800"/>
            </a:lvl7pPr>
            <a:lvl8pPr marL="2884200" indent="0">
              <a:buNone/>
              <a:defRPr sz="800"/>
            </a:lvl8pPr>
            <a:lvl9pPr marL="3296229" indent="0">
              <a:buNone/>
              <a:defRPr sz="8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CC4BC75B-D6AF-4650-AE14-3839731AFE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50378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57" y="4800885"/>
            <a:ext cx="5486400" cy="56581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57" y="612729"/>
            <a:ext cx="5486400" cy="4114231"/>
          </a:xfrm>
        </p:spPr>
        <p:txBody>
          <a:bodyPr/>
          <a:lstStyle>
            <a:lvl1pPr marL="0" indent="0">
              <a:buNone/>
              <a:defRPr sz="2900"/>
            </a:lvl1pPr>
            <a:lvl2pPr marL="412029" indent="0">
              <a:buNone/>
              <a:defRPr sz="2500"/>
            </a:lvl2pPr>
            <a:lvl3pPr marL="824057" indent="0">
              <a:buNone/>
              <a:defRPr sz="2200"/>
            </a:lvl3pPr>
            <a:lvl4pPr marL="1236086" indent="0">
              <a:buNone/>
              <a:defRPr sz="1800"/>
            </a:lvl4pPr>
            <a:lvl5pPr marL="1648115" indent="0">
              <a:buNone/>
              <a:defRPr sz="1800"/>
            </a:lvl5pPr>
            <a:lvl6pPr marL="2060143" indent="0">
              <a:buNone/>
              <a:defRPr sz="1800"/>
            </a:lvl6pPr>
            <a:lvl7pPr marL="2472172" indent="0">
              <a:buNone/>
              <a:defRPr sz="1800"/>
            </a:lvl7pPr>
            <a:lvl8pPr marL="2884200" indent="0">
              <a:buNone/>
              <a:defRPr sz="1800"/>
            </a:lvl8pPr>
            <a:lvl9pPr marL="3296229" indent="0">
              <a:buNone/>
              <a:defRPr sz="18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57" y="5366698"/>
            <a:ext cx="5486400" cy="806070"/>
          </a:xfrm>
        </p:spPr>
        <p:txBody>
          <a:bodyPr/>
          <a:lstStyle>
            <a:lvl1pPr marL="0" indent="0">
              <a:buNone/>
              <a:defRPr sz="1300"/>
            </a:lvl1pPr>
            <a:lvl2pPr marL="412029" indent="0">
              <a:buNone/>
              <a:defRPr sz="1100"/>
            </a:lvl2pPr>
            <a:lvl3pPr marL="824057" indent="0">
              <a:buNone/>
              <a:defRPr sz="900"/>
            </a:lvl3pPr>
            <a:lvl4pPr marL="1236086" indent="0">
              <a:buNone/>
              <a:defRPr sz="800"/>
            </a:lvl4pPr>
            <a:lvl5pPr marL="1648115" indent="0">
              <a:buNone/>
              <a:defRPr sz="800"/>
            </a:lvl5pPr>
            <a:lvl6pPr marL="2060143" indent="0">
              <a:buNone/>
              <a:defRPr sz="800"/>
            </a:lvl6pPr>
            <a:lvl7pPr marL="2472172" indent="0">
              <a:buNone/>
              <a:defRPr sz="800"/>
            </a:lvl7pPr>
            <a:lvl8pPr marL="2884200" indent="0">
              <a:buNone/>
              <a:defRPr sz="800"/>
            </a:lvl8pPr>
            <a:lvl9pPr marL="3296229" indent="0">
              <a:buNone/>
              <a:defRPr sz="8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31FFF9C0-4805-44BA-9B13-8618ACBDD1B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8339799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E5DDE1E4-D417-4601-916C-E8E26DC19C7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36869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819" y="457769"/>
            <a:ext cx="1942382" cy="568372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769"/>
            <a:ext cx="5691996" cy="568372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defTabSz="912813">
              <a:defRPr i="1">
                <a:latin typeface="Calibri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78064A9A-C9AE-4F99-BDB2-2985FD0DC8D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661711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D2B6C-DF63-4CC9-97CF-0F4AA9CA2605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531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78267-C156-4FA1-B2CD-3597002F7DC3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92619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BAD651-021C-4213-A3D3-1E83BDB7F20B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0051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79400" y="968375"/>
            <a:ext cx="4144963" cy="4959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6763" y="968375"/>
            <a:ext cx="4144962" cy="4959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9D53E6-B980-425B-80F0-D958E84DA029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12268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66C5A-964E-4DF7-9F7C-6662697C47D1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6582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3DF8A-27B2-43B9-8E54-C9BADDF40C1B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8637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9D9AE-FAA9-49AE-8212-87C6E3E5094D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6087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3CB51-E36F-43CD-8E56-7597C0E653F1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9928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E3A7CB-2ADA-48D0-BD06-9E7FD394CE98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85885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25B91-1178-4383-9976-C356AF6678E7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6038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0525" y="149225"/>
            <a:ext cx="2152650" cy="57785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279400" y="149225"/>
            <a:ext cx="6308725" cy="57785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10972-3F9B-4968-AEF2-E9EBE02C9145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63979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42"/>
          <p:cNvSpPr>
            <a:spLocks noChangeArrowheads="1"/>
          </p:cNvSpPr>
          <p:nvPr userDrawn="1"/>
        </p:nvSpPr>
        <p:spPr bwMode="auto">
          <a:xfrm>
            <a:off x="0" y="0"/>
            <a:ext cx="9144000" cy="4283075"/>
          </a:xfrm>
          <a:prstGeom prst="rect">
            <a:avLst/>
          </a:prstGeom>
          <a:solidFill>
            <a:srgbClr val="0071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5" name="Rectangle 1043"/>
          <p:cNvSpPr>
            <a:spLocks noChangeArrowheads="1"/>
          </p:cNvSpPr>
          <p:nvPr userDrawn="1"/>
        </p:nvSpPr>
        <p:spPr bwMode="auto">
          <a:xfrm>
            <a:off x="8072438" y="0"/>
            <a:ext cx="1071562" cy="4283075"/>
          </a:xfrm>
          <a:prstGeom prst="rect">
            <a:avLst/>
          </a:prstGeom>
          <a:solidFill>
            <a:srgbClr val="197F7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6" name="Rectangle 1044"/>
          <p:cNvSpPr>
            <a:spLocks noChangeArrowheads="1"/>
          </p:cNvSpPr>
          <p:nvPr userDrawn="1"/>
        </p:nvSpPr>
        <p:spPr bwMode="auto">
          <a:xfrm>
            <a:off x="0" y="4283075"/>
            <a:ext cx="9144000" cy="668338"/>
          </a:xfrm>
          <a:prstGeom prst="rect">
            <a:avLst/>
          </a:prstGeom>
          <a:solidFill>
            <a:srgbClr val="338D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7" name="Rectangle 1045"/>
          <p:cNvSpPr>
            <a:spLocks noChangeArrowheads="1"/>
          </p:cNvSpPr>
          <p:nvPr userDrawn="1"/>
        </p:nvSpPr>
        <p:spPr bwMode="auto">
          <a:xfrm>
            <a:off x="0" y="4951413"/>
            <a:ext cx="9144000" cy="206375"/>
          </a:xfrm>
          <a:prstGeom prst="rect">
            <a:avLst/>
          </a:prstGeom>
          <a:solidFill>
            <a:srgbClr val="80B8B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8" name="Rectangle 1046"/>
          <p:cNvSpPr>
            <a:spLocks noChangeArrowheads="1"/>
          </p:cNvSpPr>
          <p:nvPr userDrawn="1"/>
        </p:nvSpPr>
        <p:spPr bwMode="auto">
          <a:xfrm>
            <a:off x="8072438" y="4283075"/>
            <a:ext cx="1071562" cy="668338"/>
          </a:xfrm>
          <a:prstGeom prst="rect">
            <a:avLst/>
          </a:prstGeom>
          <a:solidFill>
            <a:srgbClr val="6AA83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9" name="Rectangle 1047"/>
          <p:cNvSpPr>
            <a:spLocks noChangeArrowheads="1"/>
          </p:cNvSpPr>
          <p:nvPr userDrawn="1"/>
        </p:nvSpPr>
        <p:spPr bwMode="auto">
          <a:xfrm>
            <a:off x="8072438" y="4951413"/>
            <a:ext cx="1071562" cy="206375"/>
          </a:xfrm>
          <a:prstGeom prst="rect">
            <a:avLst/>
          </a:prstGeom>
          <a:solidFill>
            <a:srgbClr val="66AAA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sp>
        <p:nvSpPr>
          <p:cNvPr id="10" name="Rectangle 1048"/>
          <p:cNvSpPr>
            <a:spLocks noChangeArrowheads="1"/>
          </p:cNvSpPr>
          <p:nvPr userDrawn="1"/>
        </p:nvSpPr>
        <p:spPr bwMode="auto">
          <a:xfrm>
            <a:off x="8072438" y="5157788"/>
            <a:ext cx="1071562" cy="1695450"/>
          </a:xfrm>
          <a:prstGeom prst="rect">
            <a:avLst/>
          </a:prstGeom>
          <a:solidFill>
            <a:srgbClr val="CCE3E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406" tIns="41203" rIns="82406" bIns="41203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>
              <a:solidFill>
                <a:srgbClr val="000000"/>
              </a:solidFill>
            </a:endParaRPr>
          </a:p>
        </p:txBody>
      </p:sp>
      <p:pic>
        <p:nvPicPr>
          <p:cNvPr id="11" name="Picture 107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5621338"/>
            <a:ext cx="1400175" cy="63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9" name="Rectangle 1053"/>
          <p:cNvSpPr>
            <a:spLocks noGrp="1" noChangeArrowheads="1"/>
          </p:cNvSpPr>
          <p:nvPr>
            <p:ph type="ctrTitle" sz="quarter"/>
          </p:nvPr>
        </p:nvSpPr>
        <p:spPr>
          <a:xfrm>
            <a:off x="228601" y="838769"/>
            <a:ext cx="7772400" cy="1143000"/>
          </a:xfrm>
        </p:spPr>
        <p:txBody>
          <a:bodyPr/>
          <a:lstStyle>
            <a:lvl1pPr algn="r">
              <a:defRPr sz="4200">
                <a:solidFill>
                  <a:schemeClr val="bg1"/>
                </a:solidFill>
                <a:ea typeface="華康中明體" pitchFamily="49" charset="-120"/>
              </a:defRPr>
            </a:lvl1pPr>
          </a:lstStyle>
          <a:p>
            <a:pPr lvl="0"/>
            <a:r>
              <a:rPr lang="en-US" altLang="zh-TW" noProof="0"/>
              <a:t>Click to edit Master title style</a:t>
            </a:r>
          </a:p>
        </p:txBody>
      </p:sp>
      <p:sp>
        <p:nvSpPr>
          <p:cNvPr id="10270" name="Rectangle 10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600200" y="2133885"/>
            <a:ext cx="6400800" cy="1218347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  <a:ea typeface="華康中明體" pitchFamily="49" charset="-120"/>
              </a:defRPr>
            </a:lvl1pPr>
          </a:lstStyle>
          <a:p>
            <a:pPr lvl="0"/>
            <a:r>
              <a:rPr lang="en-US" altLang="zh-TW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803894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A4BD2-9DA0-4409-AF05-DE929AED8FC2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4988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5124" y="833952"/>
            <a:ext cx="8442325" cy="49593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FAF35-EC6F-4CE7-A12B-9CEA290C9349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3478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345E5-34FB-4435-AC78-69EEE823DC7D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65711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79400" y="968375"/>
            <a:ext cx="4144963" cy="4959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6763" y="968375"/>
            <a:ext cx="4144962" cy="4959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98AE0-4937-4345-9153-688DD0A3C8A1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01548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60DE1-A96B-46A3-81DA-7054F2D192B7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35053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79F1F-B4A3-468D-B27C-C6FB6FAD19B7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48190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F29EF-E9FC-4D99-AF01-C1F2C260196F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17689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6E0B7-C860-440A-8569-913E1842739F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86071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5A2BA-1501-4F2D-939D-CE4BC80A7BD4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8470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5638F-414D-49EB-AD9C-895195FAE648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68801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0525" y="149225"/>
            <a:ext cx="2152650" cy="57785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279400" y="149225"/>
            <a:ext cx="6308725" cy="57785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5489C-8140-49B8-8F55-BFE35A4672FF}" type="slidenum">
              <a:rPr alt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39499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42"/>
          <p:cNvSpPr>
            <a:spLocks noChangeArrowheads="1"/>
          </p:cNvSpPr>
          <p:nvPr userDrawn="1"/>
        </p:nvSpPr>
        <p:spPr bwMode="auto">
          <a:xfrm>
            <a:off x="0" y="0"/>
            <a:ext cx="9144000" cy="4283075"/>
          </a:xfrm>
          <a:prstGeom prst="rect">
            <a:avLst/>
          </a:prstGeom>
          <a:solidFill>
            <a:srgbClr val="0071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396" tIns="41198" rIns="82396" bIns="41198" anchor="ctr"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  <a:ea typeface="華康中黑體"/>
            </a:endParaRPr>
          </a:p>
        </p:txBody>
      </p:sp>
      <p:sp>
        <p:nvSpPr>
          <p:cNvPr id="5" name="Rectangle 1043"/>
          <p:cNvSpPr>
            <a:spLocks noChangeArrowheads="1"/>
          </p:cNvSpPr>
          <p:nvPr userDrawn="1"/>
        </p:nvSpPr>
        <p:spPr bwMode="auto">
          <a:xfrm>
            <a:off x="8072438" y="0"/>
            <a:ext cx="1071562" cy="4283075"/>
          </a:xfrm>
          <a:prstGeom prst="rect">
            <a:avLst/>
          </a:prstGeom>
          <a:solidFill>
            <a:srgbClr val="197F7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396" tIns="41198" rIns="82396" bIns="41198" anchor="ctr"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  <a:ea typeface="華康中黑體"/>
            </a:endParaRPr>
          </a:p>
        </p:txBody>
      </p:sp>
      <p:sp>
        <p:nvSpPr>
          <p:cNvPr id="6" name="Rectangle 1044"/>
          <p:cNvSpPr>
            <a:spLocks noChangeArrowheads="1"/>
          </p:cNvSpPr>
          <p:nvPr userDrawn="1"/>
        </p:nvSpPr>
        <p:spPr bwMode="auto">
          <a:xfrm>
            <a:off x="0" y="4283075"/>
            <a:ext cx="9144000" cy="668338"/>
          </a:xfrm>
          <a:prstGeom prst="rect">
            <a:avLst/>
          </a:prstGeom>
          <a:solidFill>
            <a:srgbClr val="338D8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396" tIns="41198" rIns="82396" bIns="41198" anchor="ctr"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  <a:ea typeface="華康中黑體"/>
            </a:endParaRPr>
          </a:p>
        </p:txBody>
      </p:sp>
      <p:sp>
        <p:nvSpPr>
          <p:cNvPr id="7" name="Rectangle 1045"/>
          <p:cNvSpPr>
            <a:spLocks noChangeArrowheads="1"/>
          </p:cNvSpPr>
          <p:nvPr userDrawn="1"/>
        </p:nvSpPr>
        <p:spPr bwMode="auto">
          <a:xfrm>
            <a:off x="0" y="4951413"/>
            <a:ext cx="9144000" cy="206375"/>
          </a:xfrm>
          <a:prstGeom prst="rect">
            <a:avLst/>
          </a:prstGeom>
          <a:solidFill>
            <a:srgbClr val="80B8B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396" tIns="41198" rIns="82396" bIns="41198" anchor="ctr"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  <a:ea typeface="華康中黑體"/>
            </a:endParaRPr>
          </a:p>
        </p:txBody>
      </p:sp>
      <p:sp>
        <p:nvSpPr>
          <p:cNvPr id="8" name="Rectangle 1046"/>
          <p:cNvSpPr>
            <a:spLocks noChangeArrowheads="1"/>
          </p:cNvSpPr>
          <p:nvPr userDrawn="1"/>
        </p:nvSpPr>
        <p:spPr bwMode="auto">
          <a:xfrm>
            <a:off x="8072438" y="4283075"/>
            <a:ext cx="1071562" cy="668338"/>
          </a:xfrm>
          <a:prstGeom prst="rect">
            <a:avLst/>
          </a:prstGeom>
          <a:solidFill>
            <a:srgbClr val="6AA83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396" tIns="41198" rIns="82396" bIns="41198" anchor="ctr"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  <a:ea typeface="華康中黑體"/>
            </a:endParaRPr>
          </a:p>
        </p:txBody>
      </p:sp>
      <p:sp>
        <p:nvSpPr>
          <p:cNvPr id="9" name="Rectangle 1047"/>
          <p:cNvSpPr>
            <a:spLocks noChangeArrowheads="1"/>
          </p:cNvSpPr>
          <p:nvPr userDrawn="1"/>
        </p:nvSpPr>
        <p:spPr bwMode="auto">
          <a:xfrm>
            <a:off x="8072438" y="4951413"/>
            <a:ext cx="1071562" cy="206375"/>
          </a:xfrm>
          <a:prstGeom prst="rect">
            <a:avLst/>
          </a:prstGeom>
          <a:solidFill>
            <a:srgbClr val="66AAA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396" tIns="41198" rIns="82396" bIns="41198" anchor="ctr"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  <a:ea typeface="華康中黑體"/>
            </a:endParaRPr>
          </a:p>
        </p:txBody>
      </p:sp>
      <p:sp>
        <p:nvSpPr>
          <p:cNvPr id="10" name="Rectangle 1048"/>
          <p:cNvSpPr>
            <a:spLocks noChangeArrowheads="1"/>
          </p:cNvSpPr>
          <p:nvPr userDrawn="1"/>
        </p:nvSpPr>
        <p:spPr bwMode="auto">
          <a:xfrm>
            <a:off x="8072438" y="5157788"/>
            <a:ext cx="1071562" cy="1695450"/>
          </a:xfrm>
          <a:prstGeom prst="rect">
            <a:avLst/>
          </a:prstGeom>
          <a:solidFill>
            <a:srgbClr val="CCE3E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396" tIns="41198" rIns="82396" bIns="41198" anchor="ctr"/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2400">
              <a:solidFill>
                <a:srgbClr val="000000"/>
              </a:solidFill>
              <a:latin typeface="Times New Roman" pitchFamily="18" charset="0"/>
              <a:ea typeface="華康中黑體"/>
            </a:endParaRPr>
          </a:p>
        </p:txBody>
      </p:sp>
      <p:pic>
        <p:nvPicPr>
          <p:cNvPr id="11" name="Picture 1076" descr="白底CTBC(中上英下)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5619750"/>
            <a:ext cx="1933575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9" name="Rectangle 1053"/>
          <p:cNvSpPr>
            <a:spLocks noGrp="1" noChangeArrowheads="1"/>
          </p:cNvSpPr>
          <p:nvPr>
            <p:ph type="ctrTitle" sz="quarter"/>
          </p:nvPr>
        </p:nvSpPr>
        <p:spPr>
          <a:xfrm>
            <a:off x="228602" y="838769"/>
            <a:ext cx="7772400" cy="1143000"/>
          </a:xfrm>
        </p:spPr>
        <p:txBody>
          <a:bodyPr/>
          <a:lstStyle>
            <a:lvl1pPr algn="r">
              <a:defRPr sz="4200">
                <a:solidFill>
                  <a:schemeClr val="bg1"/>
                </a:solidFill>
                <a:ea typeface="華康中明體" pitchFamily="49" charset="-120"/>
              </a:defRPr>
            </a:lvl1pPr>
          </a:lstStyle>
          <a:p>
            <a:pPr lvl="0"/>
            <a:r>
              <a:rPr lang="en-US" altLang="zh-TW" noProof="0"/>
              <a:t>Click to edit Master title style</a:t>
            </a:r>
          </a:p>
        </p:txBody>
      </p:sp>
      <p:sp>
        <p:nvSpPr>
          <p:cNvPr id="10270" name="Rectangle 10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600200" y="2133902"/>
            <a:ext cx="6400800" cy="1218347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  <a:ea typeface="華康中明體" pitchFamily="49" charset="-120"/>
              </a:defRPr>
            </a:lvl1pPr>
          </a:lstStyle>
          <a:p>
            <a:pPr lvl="0"/>
            <a:r>
              <a:rPr lang="en-US" altLang="zh-TW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69919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8262" y="204762"/>
            <a:ext cx="8347493" cy="837347"/>
          </a:xfrm>
        </p:spPr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8262" y="1107550"/>
            <a:ext cx="8347493" cy="4846376"/>
          </a:xfrm>
        </p:spPr>
        <p:txBody>
          <a:bodyPr/>
          <a:lstStyle>
            <a:lvl1pPr>
              <a:defRPr baseline="0">
                <a:latin typeface="+mn-lt"/>
                <a:ea typeface="+mn-ea"/>
              </a:defRPr>
            </a:lvl1pPr>
            <a:lvl2pPr>
              <a:defRPr baseline="0">
                <a:latin typeface="+mn-lt"/>
                <a:ea typeface="+mn-ea"/>
              </a:defRPr>
            </a:lvl2pPr>
            <a:lvl3pPr>
              <a:defRPr baseline="0">
                <a:latin typeface="+mn-lt"/>
                <a:ea typeface="+mn-ea"/>
              </a:defRPr>
            </a:lvl3pPr>
            <a:lvl4pPr>
              <a:defRPr baseline="0">
                <a:latin typeface="+mn-lt"/>
                <a:ea typeface="+mn-ea"/>
              </a:defRPr>
            </a:lvl4pPr>
            <a:lvl5pPr>
              <a:defRPr baseline="0">
                <a:latin typeface="+mn-lt"/>
                <a:ea typeface="+mn-ea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AFF9E28-D192-4E86-87BB-339AC3B355E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1963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1745" y="4407107"/>
            <a:ext cx="7772400" cy="1361933"/>
          </a:xfrm>
        </p:spPr>
        <p:txBody>
          <a:bodyPr anchor="t"/>
          <a:lstStyle>
            <a:lvl1pPr algn="l">
              <a:defRPr sz="3600" b="1" cap="all" baseline="0"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1745" y="2907258"/>
            <a:ext cx="7772400" cy="1499832"/>
          </a:xfrm>
        </p:spPr>
        <p:txBody>
          <a:bodyPr anchor="b"/>
          <a:lstStyle>
            <a:lvl1pPr marL="0" indent="0">
              <a:buNone/>
              <a:defRPr sz="1800" baseline="0">
                <a:latin typeface="+mn-lt"/>
                <a:ea typeface="+mn-ea"/>
              </a:defRPr>
            </a:lvl1pPr>
            <a:lvl2pPr marL="411980" indent="0">
              <a:buNone/>
              <a:defRPr sz="1600"/>
            </a:lvl2pPr>
            <a:lvl3pPr marL="823959" indent="0">
              <a:buNone/>
              <a:defRPr sz="1400"/>
            </a:lvl3pPr>
            <a:lvl4pPr marL="1235939" indent="0">
              <a:buNone/>
              <a:defRPr sz="1300"/>
            </a:lvl4pPr>
            <a:lvl5pPr marL="1647920" indent="0">
              <a:buNone/>
              <a:defRPr sz="1300"/>
            </a:lvl5pPr>
            <a:lvl6pPr marL="2059899" indent="0">
              <a:buNone/>
              <a:defRPr sz="1300"/>
            </a:lvl6pPr>
            <a:lvl7pPr marL="2471879" indent="0">
              <a:buNone/>
              <a:defRPr sz="1300"/>
            </a:lvl7pPr>
            <a:lvl8pPr marL="2883858" indent="0">
              <a:buNone/>
              <a:defRPr sz="1300"/>
            </a:lvl8pPr>
            <a:lvl9pPr marL="3295838" indent="0">
              <a:buNone/>
              <a:defRPr sz="13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70AC4D-E978-4F1F-8E3E-5687A09232D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2943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8253" y="1107550"/>
            <a:ext cx="4043317" cy="4846376"/>
          </a:xfrm>
        </p:spPr>
        <p:txBody>
          <a:bodyPr/>
          <a:lstStyle>
            <a:lvl1pPr>
              <a:defRPr sz="2500" baseline="0">
                <a:latin typeface="+mn-lt"/>
                <a:ea typeface="+mn-ea"/>
              </a:defRPr>
            </a:lvl1pPr>
            <a:lvl2pPr>
              <a:defRPr sz="2200" baseline="0">
                <a:latin typeface="+mn-lt"/>
                <a:ea typeface="+mn-ea"/>
              </a:defRPr>
            </a:lvl2pPr>
            <a:lvl3pPr>
              <a:defRPr sz="1800" baseline="0">
                <a:latin typeface="+mn-lt"/>
                <a:ea typeface="+mn-ea"/>
              </a:defRPr>
            </a:lvl3pPr>
            <a:lvl4pPr>
              <a:defRPr sz="1600" baseline="0">
                <a:latin typeface="+mn-lt"/>
                <a:ea typeface="+mn-ea"/>
              </a:defRPr>
            </a:lvl4pPr>
            <a:lvl5pPr>
              <a:defRPr sz="1600" baseline="0">
                <a:latin typeface="+mn-lt"/>
                <a:ea typeface="+mn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9" y="1107550"/>
            <a:ext cx="4173747" cy="4846376"/>
          </a:xfrm>
        </p:spPr>
        <p:txBody>
          <a:bodyPr/>
          <a:lstStyle>
            <a:lvl1pPr>
              <a:defRPr sz="2500" baseline="0">
                <a:latin typeface="+mn-lt"/>
                <a:ea typeface="+mn-ea"/>
              </a:defRPr>
            </a:lvl1pPr>
            <a:lvl2pPr>
              <a:defRPr sz="2200" baseline="0">
                <a:latin typeface="+mn-lt"/>
                <a:ea typeface="+mn-ea"/>
              </a:defRPr>
            </a:lvl2pPr>
            <a:lvl3pPr>
              <a:defRPr sz="1800" baseline="0">
                <a:latin typeface="+mn-lt"/>
                <a:ea typeface="+mn-ea"/>
              </a:defRPr>
            </a:lvl3pPr>
            <a:lvl4pPr>
              <a:defRPr sz="1600" baseline="0">
                <a:latin typeface="+mn-lt"/>
                <a:ea typeface="+mn-ea"/>
              </a:defRPr>
            </a:lvl4pPr>
            <a:lvl5pPr>
              <a:defRPr sz="1600" baseline="0">
                <a:latin typeface="+mn-lt"/>
                <a:ea typeface="+mn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398262" y="204762"/>
            <a:ext cx="8347493" cy="837347"/>
          </a:xfrm>
        </p:spPr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2E6AE35-9F5C-422B-8A1A-6225AEE9E94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125741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8255" y="1172050"/>
            <a:ext cx="4040038" cy="639739"/>
          </a:xfrm>
        </p:spPr>
        <p:txBody>
          <a:bodyPr anchor="b"/>
          <a:lstStyle>
            <a:lvl1pPr marL="0" indent="0">
              <a:buNone/>
              <a:defRPr sz="2200" b="1" baseline="0">
                <a:latin typeface="+mn-lt"/>
                <a:ea typeface="+mn-ea"/>
              </a:defRPr>
            </a:lvl1pPr>
            <a:lvl2pPr marL="411980" indent="0">
              <a:buNone/>
              <a:defRPr sz="1800" b="1"/>
            </a:lvl2pPr>
            <a:lvl3pPr marL="823959" indent="0">
              <a:buNone/>
              <a:defRPr sz="1600" b="1"/>
            </a:lvl3pPr>
            <a:lvl4pPr marL="1235939" indent="0">
              <a:buNone/>
              <a:defRPr sz="1400" b="1"/>
            </a:lvl4pPr>
            <a:lvl5pPr marL="1647920" indent="0">
              <a:buNone/>
              <a:defRPr sz="1400" b="1"/>
            </a:lvl5pPr>
            <a:lvl6pPr marL="2059899" indent="0">
              <a:buNone/>
              <a:defRPr sz="1400" b="1"/>
            </a:lvl6pPr>
            <a:lvl7pPr marL="2471879" indent="0">
              <a:buNone/>
              <a:defRPr sz="1400" b="1"/>
            </a:lvl7pPr>
            <a:lvl8pPr marL="2883858" indent="0">
              <a:buNone/>
              <a:defRPr sz="1400" b="1"/>
            </a:lvl8pPr>
            <a:lvl9pPr marL="3295838" indent="0">
              <a:buNone/>
              <a:defRPr sz="1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98255" y="1881368"/>
            <a:ext cx="4040038" cy="4180005"/>
          </a:xfrm>
        </p:spPr>
        <p:txBody>
          <a:bodyPr/>
          <a:lstStyle>
            <a:lvl1pPr>
              <a:defRPr sz="2200" baseline="0">
                <a:latin typeface="+mn-lt"/>
                <a:ea typeface="+mn-ea"/>
              </a:defRPr>
            </a:lvl1pPr>
            <a:lvl2pPr>
              <a:defRPr sz="1800" baseline="0">
                <a:latin typeface="+mn-lt"/>
                <a:ea typeface="+mn-ea"/>
              </a:defRPr>
            </a:lvl2pPr>
            <a:lvl3pPr>
              <a:defRPr sz="1600" baseline="0">
                <a:latin typeface="+mn-lt"/>
                <a:ea typeface="+mn-ea"/>
              </a:defRPr>
            </a:lvl3pPr>
            <a:lvl4pPr>
              <a:defRPr sz="1400" baseline="0">
                <a:latin typeface="+mn-lt"/>
                <a:ea typeface="+mn-ea"/>
              </a:defRPr>
            </a:lvl4pPr>
            <a:lvl5pPr>
              <a:defRPr sz="1400" baseline="0">
                <a:latin typeface="+mn-lt"/>
                <a:ea typeface="+mn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704281" y="1172050"/>
            <a:ext cx="4041475" cy="639739"/>
          </a:xfrm>
        </p:spPr>
        <p:txBody>
          <a:bodyPr anchor="b"/>
          <a:lstStyle>
            <a:lvl1pPr marL="0" indent="0">
              <a:buNone/>
              <a:defRPr sz="2200" b="1" baseline="0">
                <a:latin typeface="+mn-lt"/>
                <a:ea typeface="+mn-ea"/>
              </a:defRPr>
            </a:lvl1pPr>
            <a:lvl2pPr marL="411980" indent="0">
              <a:buNone/>
              <a:defRPr sz="1800" b="1"/>
            </a:lvl2pPr>
            <a:lvl3pPr marL="823959" indent="0">
              <a:buNone/>
              <a:defRPr sz="1600" b="1"/>
            </a:lvl3pPr>
            <a:lvl4pPr marL="1235939" indent="0">
              <a:buNone/>
              <a:defRPr sz="1400" b="1"/>
            </a:lvl4pPr>
            <a:lvl5pPr marL="1647920" indent="0">
              <a:buNone/>
              <a:defRPr sz="1400" b="1"/>
            </a:lvl5pPr>
            <a:lvl6pPr marL="2059899" indent="0">
              <a:buNone/>
              <a:defRPr sz="1400" b="1"/>
            </a:lvl6pPr>
            <a:lvl7pPr marL="2471879" indent="0">
              <a:buNone/>
              <a:defRPr sz="1400" b="1"/>
            </a:lvl7pPr>
            <a:lvl8pPr marL="2883858" indent="0">
              <a:buNone/>
              <a:defRPr sz="1400" b="1"/>
            </a:lvl8pPr>
            <a:lvl9pPr marL="3295838" indent="0">
              <a:buNone/>
              <a:defRPr sz="14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02439" y="1910693"/>
            <a:ext cx="4041475" cy="4162189"/>
          </a:xfrm>
        </p:spPr>
        <p:txBody>
          <a:bodyPr/>
          <a:lstStyle>
            <a:lvl1pPr>
              <a:defRPr sz="2200" baseline="0">
                <a:latin typeface="+mn-lt"/>
                <a:ea typeface="+mn-ea"/>
              </a:defRPr>
            </a:lvl1pPr>
            <a:lvl2pPr>
              <a:defRPr sz="1800" baseline="0">
                <a:latin typeface="+mn-lt"/>
                <a:ea typeface="+mn-ea"/>
              </a:defRPr>
            </a:lvl2pPr>
            <a:lvl3pPr>
              <a:defRPr sz="1600" baseline="0">
                <a:latin typeface="+mn-lt"/>
                <a:ea typeface="+mn-ea"/>
              </a:defRPr>
            </a:lvl3pPr>
            <a:lvl4pPr>
              <a:defRPr sz="1400" baseline="0">
                <a:latin typeface="+mn-lt"/>
                <a:ea typeface="+mn-ea"/>
              </a:defRPr>
            </a:lvl4pPr>
            <a:lvl5pPr>
              <a:defRPr sz="1400" baseline="0">
                <a:latin typeface="+mn-lt"/>
                <a:ea typeface="+mn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398262" y="204762"/>
            <a:ext cx="8347493" cy="837347"/>
          </a:xfrm>
        </p:spPr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B3BAFF6-B04D-42F5-B17E-B2C05E8DE38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60030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398262" y="204762"/>
            <a:ext cx="8347493" cy="837347"/>
          </a:xfrm>
        </p:spPr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A8A7F7-F63C-46B5-9291-6FE1E30599F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328908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BB7684B5-9C43-4DD1-B5A1-850FFD007A5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95574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3888" y="2130829"/>
            <a:ext cx="7441442" cy="1470025"/>
          </a:xfrm>
        </p:spPr>
        <p:txBody>
          <a:bodyPr/>
          <a:lstStyle>
            <a:lvl1pPr algn="r">
              <a:defRPr>
                <a:latin typeface="標楷體" panose="02010601000101010101" pitchFamily="65" charset="-120"/>
                <a:ea typeface="標楷體" panose="02010601000101010101" pitchFamily="65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54530" y="3886200"/>
            <a:ext cx="6400800" cy="1752600"/>
          </a:xfrm>
        </p:spPr>
        <p:txBody>
          <a:bodyPr/>
          <a:lstStyle>
            <a:lvl1pPr marL="0" indent="0" algn="r">
              <a:buFontTx/>
              <a:buNone/>
              <a:defRPr>
                <a:latin typeface="標楷體" panose="02010601000101010101" pitchFamily="65" charset="-120"/>
                <a:ea typeface="標楷體" panose="02010601000101010101" pitchFamily="65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  <a:endParaRPr lang="zh-TW" altLang="en-US" noProof="0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4865"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zh-TW" altLang="en-US"/>
              <a:t>第</a:t>
            </a:r>
            <a:fld id="{E3D561F3-7B29-4A7A-B466-EEE50C60DB0F}" type="slidenum">
              <a:rPr lang="zh-TW" altLang="en-US"/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428121133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7074" y="274638"/>
            <a:ext cx="8229600" cy="562074"/>
          </a:xfrm>
        </p:spPr>
        <p:txBody>
          <a:bodyPr/>
          <a:lstStyle>
            <a:lvl1pPr algn="l">
              <a:defRPr sz="2100" b="1">
                <a:solidFill>
                  <a:srgbClr val="006666"/>
                </a:solidFill>
                <a:latin typeface="標楷體" panose="02010601000101010101" pitchFamily="65" charset="-120"/>
                <a:ea typeface="標楷體" panose="02010601000101010101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57200" y="1052739"/>
            <a:ext cx="8229600" cy="5073431"/>
          </a:xfrm>
        </p:spPr>
        <p:txBody>
          <a:bodyPr/>
          <a:lstStyle>
            <a:lvl1pPr marL="134782" indent="-134782">
              <a:buFont typeface="Arial" panose="020B0604020202020204" pitchFamily="34" charset="0"/>
              <a:buChar char="•"/>
              <a:defRPr sz="1200">
                <a:latin typeface="標楷體" panose="02010601000101010101" pitchFamily="65" charset="-120"/>
                <a:ea typeface="標楷體" panose="02010601000101010101" pitchFamily="65" charset="-120"/>
              </a:defRPr>
            </a:lvl1pPr>
            <a:lvl2pPr marL="557227" indent="-214318">
              <a:buFont typeface="Wingdings" panose="05000000000000000000" pitchFamily="2" charset="2"/>
              <a:buChar char="ü"/>
              <a:defRPr sz="1050">
                <a:latin typeface="標楷體" panose="02010601000101010101" pitchFamily="65" charset="-120"/>
                <a:ea typeface="標楷體" panose="02010601000101010101" pitchFamily="65" charset="-120"/>
              </a:defRPr>
            </a:lvl2pPr>
            <a:lvl3pPr marL="857272" indent="-171455">
              <a:buFont typeface="Arial" panose="020B0604020202020204" pitchFamily="34" charset="0"/>
              <a:buChar char="−"/>
              <a:defRPr sz="900">
                <a:latin typeface="標楷體" panose="02010601000101010101" pitchFamily="65" charset="-120"/>
                <a:ea typeface="標楷體" panose="02010601000101010101" pitchFamily="65" charset="-120"/>
              </a:defRPr>
            </a:lvl3pPr>
            <a:lvl4pPr>
              <a:defRPr>
                <a:latin typeface="標楷體" panose="02010601000101010101" pitchFamily="65" charset="-120"/>
                <a:ea typeface="標楷體" panose="02010601000101010101" pitchFamily="65" charset="-120"/>
              </a:defRPr>
            </a:lvl4pPr>
            <a:lvl5pPr>
              <a:defRPr>
                <a:latin typeface="標楷體" panose="02010601000101010101" pitchFamily="65" charset="-120"/>
                <a:ea typeface="標楷體" panose="02010601000101010101" pitchFamily="65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948854" y="6570046"/>
            <a:ext cx="2133600" cy="233362"/>
          </a:xfrm>
        </p:spPr>
        <p:txBody>
          <a:bodyPr/>
          <a:lstStyle>
            <a:lvl1pPr defTabSz="684865">
              <a:defRPr sz="900">
                <a:latin typeface="Arial" panose="020B0604020202020204" pitchFamily="34" charset="0"/>
                <a:ea typeface="標楷體" panose="02010601000101010101" pitchFamily="65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AFFD823-4923-439B-A099-DCF58D57E58A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654023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9" indent="0">
              <a:buNone/>
              <a:defRPr sz="2100"/>
            </a:lvl2pPr>
            <a:lvl3pPr marL="685817" indent="0">
              <a:buNone/>
              <a:defRPr sz="1800"/>
            </a:lvl3pPr>
            <a:lvl4pPr marL="1028726" indent="0">
              <a:buNone/>
              <a:defRPr sz="1500"/>
            </a:lvl4pPr>
            <a:lvl5pPr marL="1371634" indent="0">
              <a:buNone/>
              <a:defRPr sz="1500"/>
            </a:lvl5pPr>
            <a:lvl6pPr marL="1714543" indent="0">
              <a:buNone/>
              <a:defRPr sz="1500"/>
            </a:lvl6pPr>
            <a:lvl7pPr marL="2057451" indent="0">
              <a:buNone/>
              <a:defRPr sz="1500"/>
            </a:lvl7pPr>
            <a:lvl8pPr marL="2400360" indent="0">
              <a:buNone/>
              <a:defRPr sz="1500"/>
            </a:lvl8pPr>
            <a:lvl9pPr marL="2743269" indent="0">
              <a:buNone/>
              <a:defRPr sz="15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9" indent="0">
              <a:buNone/>
              <a:defRPr sz="900"/>
            </a:lvl2pPr>
            <a:lvl3pPr marL="685817" indent="0">
              <a:buNone/>
              <a:defRPr sz="750"/>
            </a:lvl3pPr>
            <a:lvl4pPr marL="1028726" indent="0">
              <a:buNone/>
              <a:defRPr sz="675"/>
            </a:lvl4pPr>
            <a:lvl5pPr marL="1371634" indent="0">
              <a:buNone/>
              <a:defRPr sz="675"/>
            </a:lvl5pPr>
            <a:lvl6pPr marL="1714543" indent="0">
              <a:buNone/>
              <a:defRPr sz="675"/>
            </a:lvl6pPr>
            <a:lvl7pPr marL="2057451" indent="0">
              <a:buNone/>
              <a:defRPr sz="675"/>
            </a:lvl7pPr>
            <a:lvl8pPr marL="2400360" indent="0">
              <a:buNone/>
              <a:defRPr sz="675"/>
            </a:lvl8pPr>
            <a:lvl9pPr marL="2743269" indent="0">
              <a:buNone/>
              <a:defRPr sz="67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D4E717EF-30C0-41B3-AAE1-70A471FA9149}" type="slidenum">
              <a:rPr lang="zh-TW" altLang="en-US"/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126291121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59129562-D96E-4A67-8E6B-BFF7F1917507}" type="slidenum">
              <a:rPr lang="zh-TW" altLang="en-US"/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240924250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725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725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AE6B0F1E-1030-4FD1-95DF-6520021262DD}" type="slidenum">
              <a:rPr lang="zh-TW" altLang="en-US"/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234774725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457200" y="1600206"/>
            <a:ext cx="8229600" cy="4525963"/>
          </a:xfrm>
        </p:spPr>
        <p:txBody>
          <a:bodyPr/>
          <a:lstStyle/>
          <a:p>
            <a:pPr lvl="0"/>
            <a:r>
              <a:rPr lang="zh-TW" altLang="en-US" noProof="0"/>
              <a:t>按一下圖示以新增表格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F271D537-4B13-4871-B1AE-497553F47CF7}" type="slidenum">
              <a:rPr lang="zh-TW" altLang="en-US"/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399350932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hasCustomPrompt="1"/>
          </p:nvPr>
        </p:nvSpPr>
        <p:spPr>
          <a:xfrm>
            <a:off x="457200" y="274725"/>
            <a:ext cx="8229600" cy="585152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defTabSz="684865">
              <a:defRPr/>
            </a:lvl1pPr>
          </a:lstStyle>
          <a:p>
            <a:pPr>
              <a:defRPr/>
            </a:pPr>
            <a:r>
              <a:rPr lang="zh-TW" altLang="en-US"/>
              <a:t>第</a:t>
            </a:r>
            <a:fld id="{D0C23957-BDFD-4F9B-AA69-13E23E429650}" type="slidenum">
              <a:rPr lang="zh-TW" altLang="en-US"/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397008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ags" Target="../tags/tag24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ags" Target="../tags/tag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2.xml"/><Relationship Id="rId7" Type="http://schemas.openxmlformats.org/officeDocument/2006/relationships/tags" Target="../tags/tag27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tags" Target="../tags/tag26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4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tags" Target="../tags/tag4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tags" Target="../tags/tag43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tags" Target="../tags/tag45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ags" Target="../tags/tag44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1"/>
          <p:cNvSpPr>
            <a:spLocks noGrp="1" noChangeArrowheads="1"/>
          </p:cNvSpPr>
          <p:nvPr>
            <p:ph type="title"/>
            <p:custDataLst>
              <p:tags r:id="rId6"/>
            </p:custDataLst>
          </p:nvPr>
        </p:nvSpPr>
        <p:spPr bwMode="gray">
          <a:xfrm>
            <a:off x="169988" y="352427"/>
            <a:ext cx="883773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 noProof="1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9987" y="968375"/>
            <a:ext cx="8442081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TW" altLang="en-US" noProof="1"/>
              <a:t>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  <a:endParaRPr lang="en-US" altLang="zh-TW" noProof="1"/>
          </a:p>
        </p:txBody>
      </p:sp>
      <p:sp>
        <p:nvSpPr>
          <p:cNvPr id="1031" name="doc id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414010" y="383892"/>
            <a:ext cx="65" cy="30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2169" rIns="0" bIns="42169" numCol="1" anchor="ctr" anchorCtr="0" compatLnSpc="1">
            <a:prstTxWarp prst="textNoShape">
              <a:avLst/>
            </a:prstTxWarp>
            <a:spAutoFit/>
          </a:bodyPr>
          <a:lstStyle>
            <a:lvl2pPr marL="431810" lvl="1" indent="0" algn="r" eaLnBrk="0" hangingPunct="0">
              <a:defRPr kumimoji="0" sz="800" noProof="1">
                <a:solidFill>
                  <a:srgbClr val="000000"/>
                </a:solidFill>
                <a:latin typeface="+mj-lt"/>
                <a:ea typeface="標楷體" panose="03000509000000000000" pitchFamily="65" charset="-120"/>
              </a:defRPr>
            </a:lvl2pPr>
          </a:lstStyle>
          <a:p>
            <a:endParaRPr lang="zh-TW" altLang="en-US"/>
          </a:p>
        </p:txBody>
      </p:sp>
      <p:sp>
        <p:nvSpPr>
          <p:cNvPr id="1082" name="Notes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06622" y="6246913"/>
            <a:ext cx="5775080" cy="153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b">
            <a:spAutoFit/>
          </a:bodyPr>
          <a:lstStyle>
            <a:lvl1pPr marL="185738" indent="-185738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fontAlgn="t">
              <a:defRPr/>
            </a:pPr>
            <a:endParaRPr kumimoji="0" lang="zh-TW" altLang="zh-TW" sz="1000" noProof="1">
              <a:solidFill>
                <a:srgbClr val="000000"/>
              </a:solidFill>
              <a:ea typeface="STXihei"/>
              <a:cs typeface="STXihei"/>
            </a:endParaRPr>
          </a:p>
        </p:txBody>
      </p:sp>
      <p:sp>
        <p:nvSpPr>
          <p:cNvPr id="1036" name="McK 1. On-page tracker" hidden="1"/>
          <p:cNvSpPr>
            <a:spLocks noChangeArrowheads="1"/>
          </p:cNvSpPr>
          <p:nvPr/>
        </p:nvSpPr>
        <p:spPr bwMode="auto">
          <a:xfrm>
            <a:off x="169988" y="25401"/>
            <a:ext cx="73417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2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9233" name="McK 3. Unit of measure" hidden="1"/>
          <p:cNvSpPr txBox="1">
            <a:spLocks noChangeArrowheads="1"/>
          </p:cNvSpPr>
          <p:nvPr/>
        </p:nvSpPr>
        <p:spPr bwMode="auto">
          <a:xfrm>
            <a:off x="169984" y="714379"/>
            <a:ext cx="322384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1pPr>
            <a:lvl2pPr marL="446088"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2pPr>
            <a:lvl3pPr marL="895350"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3pPr>
            <a:lvl4pPr marL="1344613"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4pPr>
            <a:lvl5pPr marL="1792288"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5pPr>
            <a:lvl6pPr marL="2249488" defTabSz="89535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6pPr>
            <a:lvl7pPr marL="2706688" defTabSz="89535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7pPr>
            <a:lvl8pPr marL="3163888" defTabSz="89535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8pPr>
            <a:lvl9pPr marL="3621088" defTabSz="89535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1200" i="0">
                <a:solidFill>
                  <a:srgbClr val="808080"/>
                </a:solidFill>
                <a:ea typeface="標楷體" pitchFamily="65" charset="-120"/>
              </a:rPr>
              <a:t>Unit of measure</a:t>
            </a:r>
          </a:p>
        </p:txBody>
      </p:sp>
      <p:grpSp>
        <p:nvGrpSpPr>
          <p:cNvPr id="1038" name="McK Slide Elements"/>
          <p:cNvGrpSpPr>
            <a:grpSpLocks/>
          </p:cNvGrpSpPr>
          <p:nvPr/>
        </p:nvGrpSpPr>
        <p:grpSpPr bwMode="auto">
          <a:xfrm>
            <a:off x="169985" y="6045208"/>
            <a:ext cx="7543800" cy="346075"/>
            <a:chOff x="121" y="4012"/>
            <a:chExt cx="5385" cy="230"/>
          </a:xfrm>
        </p:grpSpPr>
        <p:sp>
          <p:nvSpPr>
            <p:cNvPr id="9235" name="McK 4. Footnote" hidden="1"/>
            <p:cNvSpPr txBox="1">
              <a:spLocks noChangeArrowheads="1"/>
            </p:cNvSpPr>
            <p:nvPr/>
          </p:nvSpPr>
          <p:spPr bwMode="auto">
            <a:xfrm>
              <a:off x="121" y="4012"/>
              <a:ext cx="5385" cy="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1pPr>
              <a:lvl2pPr marL="1031875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2pPr>
              <a:lvl3pPr marL="1217613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3pPr>
              <a:lvl4pPr marL="1404938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4pPr>
              <a:lvl5pPr marL="1792288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5pPr>
              <a:lvl6pPr marL="2249488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6pPr>
              <a:lvl7pPr marL="2706688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7pPr>
              <a:lvl8pPr marL="3163888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8pPr>
              <a:lvl9pPr marL="3621088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TW" sz="1000" i="0" dirty="0">
                  <a:solidFill>
                    <a:srgbClr val="000000"/>
                  </a:solidFill>
                  <a:latin typeface="+mj-lt"/>
                  <a:ea typeface="標楷體" panose="03000509000000000000" pitchFamily="65" charset="-120"/>
                </a:rPr>
                <a:t>1 Footnote</a:t>
              </a:r>
            </a:p>
          </p:txBody>
        </p:sp>
        <p:sp>
          <p:nvSpPr>
            <p:cNvPr id="1043" name="McK 5. Source" hidden="1"/>
            <p:cNvSpPr>
              <a:spLocks noChangeArrowheads="1"/>
            </p:cNvSpPr>
            <p:nvPr/>
          </p:nvSpPr>
          <p:spPr bwMode="auto">
            <a:xfrm>
              <a:off x="121" y="4140"/>
              <a:ext cx="4323" cy="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marL="577850" indent="-57785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1pPr>
              <a:lvl2pPr marL="742950" indent="-28575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2pPr>
              <a:lvl3pPr marL="1143000" indent="-22860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3pPr>
              <a:lvl4pPr marL="1600200" indent="-22860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4pPr>
              <a:lvl5pPr marL="2057400" indent="-22860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5pPr>
              <a:lvl6pPr marL="2514600" indent="-228600" defTabSz="8493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6pPr>
              <a:lvl7pPr marL="2971800" indent="-228600" defTabSz="8493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7pPr>
              <a:lvl8pPr marL="3429000" indent="-228600" defTabSz="8493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8pPr>
              <a:lvl9pPr marL="3886200" indent="-228600" defTabSz="8493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TW" sz="1000" dirty="0">
                  <a:solidFill>
                    <a:srgbClr val="000000"/>
                  </a:solidFill>
                  <a:latin typeface="+mj-lt"/>
                  <a:ea typeface="標楷體" panose="03000509000000000000" pitchFamily="65" charset="-120"/>
                </a:rPr>
                <a:t>SOURCE: Source</a:t>
              </a:r>
            </a:p>
          </p:txBody>
        </p:sp>
      </p:grpSp>
      <p:grpSp>
        <p:nvGrpSpPr>
          <p:cNvPr id="1039" name="ACET" hidden="1"/>
          <p:cNvGrpSpPr>
            <a:grpSpLocks/>
          </p:cNvGrpSpPr>
          <p:nvPr/>
        </p:nvGrpSpPr>
        <p:grpSpPr bwMode="auto">
          <a:xfrm>
            <a:off x="1172309" y="2474756"/>
            <a:ext cx="3763108" cy="479584"/>
            <a:chOff x="915" y="712"/>
            <a:chExt cx="2686" cy="318"/>
          </a:xfrm>
        </p:grpSpPr>
        <p:cxnSp>
          <p:nvCxnSpPr>
            <p:cNvPr id="1040" name="AutoShape 22" hidden="1"/>
            <p:cNvCxnSpPr>
              <a:cxnSpLocks noChangeShapeType="1"/>
              <a:stCxn id="1041" idx="4"/>
              <a:endCxn id="1041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41" name="AutoShape 23" hidden="1"/>
            <p:cNvSpPr>
              <a:spLocks noChangeArrowheads="1"/>
            </p:cNvSpPr>
            <p:nvPr/>
          </p:nvSpPr>
          <p:spPr bwMode="auto">
            <a:xfrm>
              <a:off x="915" y="712"/>
              <a:ext cx="2686" cy="31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79" anchor="b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TW" sz="1500" b="1">
                  <a:solidFill>
                    <a:srgbClr val="000000"/>
                  </a:solidFill>
                </a:rPr>
                <a:t>Title</a:t>
              </a:r>
            </a:p>
            <a:p>
              <a:pPr eaLnBrk="1" hangingPunct="1">
                <a:defRPr/>
              </a:pPr>
              <a:r>
                <a:rPr kumimoji="0" lang="en-US" altLang="zh-TW" sz="15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pic>
        <p:nvPicPr>
          <p:cNvPr id="24" name="Picture 8" descr="內頁Banner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" y="6507449"/>
            <a:ext cx="9146931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8854" y="6624638"/>
            <a:ext cx="2133600" cy="23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914423" eaLnBrk="1" hangingPunct="1">
              <a:defRPr sz="800">
                <a:solidFill>
                  <a:srgbClr val="FFFFFF"/>
                </a:solidFill>
                <a:latin typeface="超世紀中黑體"/>
                <a:ea typeface="超世紀中黑體"/>
                <a:cs typeface="超世紀中黑體"/>
              </a:defRPr>
            </a:lvl1pPr>
          </a:lstStyle>
          <a:p>
            <a:fld id="{FB168905-FCF1-46DB-AB9E-F618BA3C8D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8397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718" r:id="rId4"/>
  </p:sldLayoutIdLst>
  <p:txStyles>
    <p:titleStyle>
      <a:lvl1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+mj-lt"/>
          <a:ea typeface="標楷體" panose="03000509000000000000" pitchFamily="65" charset="-120"/>
          <a:cs typeface="+mj-cs"/>
        </a:defRPr>
      </a:lvl1pPr>
      <a:lvl2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Arial" charset="0"/>
          <a:ea typeface="標楷體" pitchFamily="65" charset="-120"/>
        </a:defRPr>
      </a:lvl2pPr>
      <a:lvl3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Arial" charset="0"/>
          <a:ea typeface="標楷體" pitchFamily="65" charset="-120"/>
        </a:defRPr>
      </a:lvl3pPr>
      <a:lvl4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Arial" charset="0"/>
          <a:ea typeface="標楷體" pitchFamily="65" charset="-120"/>
        </a:defRPr>
      </a:lvl4pPr>
      <a:lvl5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Arial" charset="0"/>
          <a:ea typeface="標楷體" pitchFamily="65" charset="-120"/>
        </a:defRPr>
      </a:lvl5pPr>
      <a:lvl6pPr marL="435702" algn="l" defTabSz="839632" rtl="0" eaLnBrk="1" fontAlgn="base" hangingPunct="1">
        <a:spcBef>
          <a:spcPct val="0"/>
        </a:spcBef>
        <a:spcAft>
          <a:spcPct val="0"/>
        </a:spcAft>
        <a:defRPr sz="2300" b="1">
          <a:solidFill>
            <a:srgbClr val="333333"/>
          </a:solidFill>
          <a:latin typeface="Arial" charset="0"/>
          <a:ea typeface="標楷體" pitchFamily="65" charset="-120"/>
        </a:defRPr>
      </a:lvl6pPr>
      <a:lvl7pPr marL="871401" algn="l" defTabSz="839632" rtl="0" eaLnBrk="1" fontAlgn="base" hangingPunct="1">
        <a:spcBef>
          <a:spcPct val="0"/>
        </a:spcBef>
        <a:spcAft>
          <a:spcPct val="0"/>
        </a:spcAft>
        <a:defRPr sz="2300" b="1">
          <a:solidFill>
            <a:srgbClr val="333333"/>
          </a:solidFill>
          <a:latin typeface="Arial" charset="0"/>
          <a:ea typeface="標楷體" pitchFamily="65" charset="-120"/>
        </a:defRPr>
      </a:lvl7pPr>
      <a:lvl8pPr marL="1307100" algn="l" defTabSz="839632" rtl="0" eaLnBrk="1" fontAlgn="base" hangingPunct="1">
        <a:spcBef>
          <a:spcPct val="0"/>
        </a:spcBef>
        <a:spcAft>
          <a:spcPct val="0"/>
        </a:spcAft>
        <a:defRPr sz="2300" b="1">
          <a:solidFill>
            <a:srgbClr val="333333"/>
          </a:solidFill>
          <a:latin typeface="Arial" charset="0"/>
          <a:ea typeface="標楷體" pitchFamily="65" charset="-120"/>
        </a:defRPr>
      </a:lvl8pPr>
      <a:lvl9pPr marL="1742803" algn="l" defTabSz="839632" rtl="0" eaLnBrk="1" fontAlgn="base" hangingPunct="1">
        <a:spcBef>
          <a:spcPct val="0"/>
        </a:spcBef>
        <a:spcAft>
          <a:spcPct val="0"/>
        </a:spcAft>
        <a:defRPr sz="2300" b="1">
          <a:solidFill>
            <a:srgbClr val="333333"/>
          </a:solidFill>
          <a:latin typeface="Arial" charset="0"/>
          <a:ea typeface="標楷體" pitchFamily="65" charset="-120"/>
        </a:defRPr>
      </a:lvl9pPr>
    </p:titleStyle>
    <p:bodyStyle>
      <a:lvl1pPr marL="322271" indent="-322271" algn="l" defTabSz="849334" rtl="0" eaLnBrk="1" fontAlgn="base" hangingPunct="1">
        <a:spcBef>
          <a:spcPct val="0"/>
        </a:spcBef>
        <a:spcAft>
          <a:spcPct val="20000"/>
        </a:spcAft>
        <a:buClr>
          <a:schemeClr val="tx2"/>
        </a:buClr>
        <a:defRPr sz="1500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180980" indent="-179393" algn="l" defTabSz="849334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defRPr sz="1500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431810" indent="-246069" algn="l" defTabSz="849334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SzPct val="120000"/>
        <a:buChar char="•"/>
        <a:defRPr sz="1500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581040" indent="-144467" algn="l" defTabSz="849334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Arial" pitchFamily="34" charset="0"/>
        <a:buChar char="–"/>
        <a:defRPr sz="1500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708043" indent="-120653" algn="l" defTabSz="849334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Char char="•"/>
        <a:defRPr sz="1500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490149" indent="-322237" algn="l" defTabSz="934940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sz="2300">
          <a:solidFill>
            <a:schemeClr val="bg1"/>
          </a:solidFill>
          <a:latin typeface="+mn-lt"/>
          <a:ea typeface="宋体" charset="-122"/>
        </a:defRPr>
      </a:lvl6pPr>
      <a:lvl7pPr marL="2925850" indent="-322237" algn="l" defTabSz="934940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sz="2300">
          <a:solidFill>
            <a:schemeClr val="bg1"/>
          </a:solidFill>
          <a:latin typeface="+mn-lt"/>
          <a:ea typeface="宋体" charset="-122"/>
        </a:defRPr>
      </a:lvl7pPr>
      <a:lvl8pPr marL="3361550" indent="-322237" algn="l" defTabSz="934940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sz="2300">
          <a:solidFill>
            <a:schemeClr val="bg1"/>
          </a:solidFill>
          <a:latin typeface="+mn-lt"/>
          <a:ea typeface="宋体" charset="-122"/>
        </a:defRPr>
      </a:lvl8pPr>
      <a:lvl9pPr marL="3797253" indent="-322237" algn="l" defTabSz="934940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sz="2300">
          <a:solidFill>
            <a:schemeClr val="bg1"/>
          </a:solidFill>
          <a:latin typeface="+mn-lt"/>
          <a:ea typeface="宋体" charset="-122"/>
        </a:defRPr>
      </a:lvl9pPr>
    </p:bodyStyle>
    <p:otherStyle>
      <a:defPPr>
        <a:defRPr lang="zh-TW"/>
      </a:defPPr>
      <a:lvl1pPr marL="0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5702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1401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7100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2803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78502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4203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49904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85603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187731" y="274203"/>
            <a:ext cx="8705503" cy="421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 </a:t>
            </a:r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187731" y="900944"/>
            <a:ext cx="8705503" cy="1776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 </a:t>
            </a:r>
            <a:r>
              <a:rPr lang="en-US" altLang="zh-TW" noProof="1"/>
              <a:t>Click to edit Master text styles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grpSp>
        <p:nvGrpSpPr>
          <p:cNvPr id="1028" name="Group 76"/>
          <p:cNvGrpSpPr>
            <a:grpSpLocks/>
          </p:cNvGrpSpPr>
          <p:nvPr/>
        </p:nvGrpSpPr>
        <p:grpSpPr bwMode="auto">
          <a:xfrm>
            <a:off x="0" y="6436164"/>
            <a:ext cx="9144000" cy="421845"/>
            <a:chOff x="0" y="4459"/>
            <a:chExt cx="6597" cy="484"/>
          </a:xfrm>
        </p:grpSpPr>
        <p:sp>
          <p:nvSpPr>
            <p:cNvPr id="1033" name="Rectangle 77"/>
            <p:cNvSpPr>
              <a:spLocks noChangeArrowheads="1"/>
            </p:cNvSpPr>
            <p:nvPr/>
          </p:nvSpPr>
          <p:spPr bwMode="auto">
            <a:xfrm>
              <a:off x="0" y="4459"/>
              <a:ext cx="6597" cy="484"/>
            </a:xfrm>
            <a:prstGeom prst="rect">
              <a:avLst/>
            </a:prstGeom>
            <a:solidFill>
              <a:srgbClr val="4C9C95"/>
            </a:solidFill>
            <a:ln>
              <a:noFill/>
            </a:ln>
          </p:spPr>
          <p:txBody>
            <a:bodyPr wrap="none" lIns="91329" tIns="45665" rIns="91329" bIns="45665" anchor="ctr"/>
            <a:lstStyle/>
            <a:p>
              <a:pPr marL="0" marR="0" lvl="0" indent="0" algn="l" defTabSz="91442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endParaRPr>
            </a:p>
          </p:txBody>
        </p:sp>
        <p:sp>
          <p:nvSpPr>
            <p:cNvPr id="1034" name="Rectangle 78"/>
            <p:cNvSpPr>
              <a:spLocks noChangeArrowheads="1"/>
            </p:cNvSpPr>
            <p:nvPr/>
          </p:nvSpPr>
          <p:spPr bwMode="auto">
            <a:xfrm>
              <a:off x="5824" y="4459"/>
              <a:ext cx="773" cy="484"/>
            </a:xfrm>
            <a:prstGeom prst="rect">
              <a:avLst/>
            </a:prstGeom>
            <a:solidFill>
              <a:srgbClr val="73B1AB"/>
            </a:solidFill>
            <a:ln>
              <a:noFill/>
            </a:ln>
          </p:spPr>
          <p:txBody>
            <a:bodyPr wrap="none" lIns="91329" tIns="45665" rIns="91329" bIns="45665" anchor="ctr"/>
            <a:lstStyle/>
            <a:p>
              <a:pPr marL="0" marR="0" lvl="0" indent="0" algn="l" defTabSz="91442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endParaRPr>
            </a:p>
          </p:txBody>
        </p:sp>
        <p:sp>
          <p:nvSpPr>
            <p:cNvPr id="1035" name="Rectangle 79"/>
            <p:cNvSpPr>
              <a:spLocks noChangeArrowheads="1"/>
            </p:cNvSpPr>
            <p:nvPr/>
          </p:nvSpPr>
          <p:spPr bwMode="auto">
            <a:xfrm>
              <a:off x="0" y="4459"/>
              <a:ext cx="6597" cy="175"/>
            </a:xfrm>
            <a:prstGeom prst="rect">
              <a:avLst/>
            </a:prstGeom>
            <a:solidFill>
              <a:srgbClr val="80B8B3"/>
            </a:solidFill>
            <a:ln>
              <a:noFill/>
            </a:ln>
          </p:spPr>
          <p:txBody>
            <a:bodyPr wrap="none" lIns="91329" tIns="45665" rIns="91329" bIns="45665" anchor="ctr"/>
            <a:lstStyle/>
            <a:p>
              <a:pPr marL="0" marR="0" lvl="0" indent="0" algn="l" defTabSz="91442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endParaRPr>
            </a:p>
          </p:txBody>
        </p:sp>
        <p:sp>
          <p:nvSpPr>
            <p:cNvPr id="1036" name="Rectangle 80"/>
            <p:cNvSpPr>
              <a:spLocks noChangeArrowheads="1"/>
            </p:cNvSpPr>
            <p:nvPr/>
          </p:nvSpPr>
          <p:spPr bwMode="auto">
            <a:xfrm>
              <a:off x="5824" y="4459"/>
              <a:ext cx="773" cy="175"/>
            </a:xfrm>
            <a:prstGeom prst="rect">
              <a:avLst/>
            </a:prstGeom>
            <a:solidFill>
              <a:srgbClr val="99C6C2"/>
            </a:solidFill>
            <a:ln>
              <a:noFill/>
            </a:ln>
          </p:spPr>
          <p:txBody>
            <a:bodyPr wrap="none" lIns="91329" tIns="45665" rIns="91329" bIns="45665" anchor="ctr"/>
            <a:lstStyle/>
            <a:p>
              <a:pPr marL="0" marR="0" lvl="0" indent="0" algn="l" defTabSz="914423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2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endParaRPr>
            </a:p>
          </p:txBody>
        </p:sp>
      </p:grpSp>
      <p:sp>
        <p:nvSpPr>
          <p:cNvPr id="22" name="pg num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14814" y="6564305"/>
            <a:ext cx="134653" cy="21978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40248" rIns="0" bIns="40248" numCol="1" anchor="ctr" anchorCtr="0" compatLnSpc="1">
            <a:prstTxWarp prst="textNoShape">
              <a:avLst/>
            </a:prstTxWarp>
            <a:spAutoFit/>
          </a:bodyPr>
          <a:lstStyle>
            <a:lvl1pPr algn="r" defTabSz="914387" eaLnBrk="0" fontAlgn="auto" hangingPunct="0">
              <a:spcBef>
                <a:spcPts val="0"/>
              </a:spcBef>
              <a:spcAft>
                <a:spcPts val="0"/>
              </a:spcAft>
              <a:defRPr kumimoji="0" sz="900" i="0" noProof="1">
                <a:solidFill>
                  <a:schemeClr val="bg1"/>
                </a:solidFill>
                <a:latin typeface="+mj-lt"/>
                <a:ea typeface="SimSun" pitchFamily="2" charset="-122"/>
              </a:defRPr>
            </a:lvl1pPr>
          </a:lstStyle>
          <a:p>
            <a:fld id="{99FB07ED-5F27-440F-8348-C41E649CB52E}" type="slidenum">
              <a:rPr lang="zh-TW" altLang="en-US" smtClean="0">
                <a:solidFill>
                  <a:prstClr val="white"/>
                </a:solidFill>
              </a:rPr>
              <a:pPr/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30" name="Rectangle 81"/>
          <p:cNvSpPr>
            <a:spLocks noChangeArrowheads="1"/>
          </p:cNvSpPr>
          <p:nvPr/>
        </p:nvSpPr>
        <p:spPr bwMode="auto">
          <a:xfrm>
            <a:off x="169516" y="6608129"/>
            <a:ext cx="3203972" cy="123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 marL="0" marR="0" lvl="0" indent="0" algn="l" defTabSz="951823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GB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 pitchFamily="18" charset="-120"/>
                <a:cs typeface="+mn-cs"/>
              </a:rPr>
              <a:t>©  CTBC BANK</a:t>
            </a:r>
          </a:p>
        </p:txBody>
      </p:sp>
      <p:sp>
        <p:nvSpPr>
          <p:cNvPr id="1031" name="Rectangle 84"/>
          <p:cNvSpPr>
            <a:spLocks noChangeArrowheads="1"/>
          </p:cNvSpPr>
          <p:nvPr/>
        </p:nvSpPr>
        <p:spPr bwMode="auto">
          <a:xfrm>
            <a:off x="5233950" y="6436164"/>
            <a:ext cx="3191364" cy="421845"/>
          </a:xfrm>
          <a:prstGeom prst="rect">
            <a:avLst/>
          </a:prstGeom>
          <a:solidFill>
            <a:srgbClr val="4C9C95"/>
          </a:solidFill>
          <a:ln>
            <a:noFill/>
          </a:ln>
        </p:spPr>
        <p:txBody>
          <a:bodyPr lIns="83091" tIns="41546" rIns="83091" bIns="41546" anchor="ctr"/>
          <a:lstStyle/>
          <a:p>
            <a:pPr marL="0" marR="0" lvl="0" indent="0" algn="l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  <p:sp>
        <p:nvSpPr>
          <p:cNvPr id="1032" name="Rectangle 86"/>
          <p:cNvSpPr>
            <a:spLocks noChangeArrowheads="1"/>
          </p:cNvSpPr>
          <p:nvPr/>
        </p:nvSpPr>
        <p:spPr bwMode="auto">
          <a:xfrm>
            <a:off x="5233950" y="6436155"/>
            <a:ext cx="3191364" cy="153672"/>
          </a:xfrm>
          <a:prstGeom prst="rect">
            <a:avLst/>
          </a:prstGeom>
          <a:solidFill>
            <a:srgbClr val="80B8B3"/>
          </a:solidFill>
          <a:ln>
            <a:noFill/>
          </a:ln>
        </p:spPr>
        <p:txBody>
          <a:bodyPr lIns="83091" tIns="41546" rIns="83091" bIns="41546" anchor="ctr"/>
          <a:lstStyle/>
          <a:p>
            <a:pPr marL="0" marR="0" lvl="0" indent="0" algn="l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itchFamily="18" charset="-120"/>
              <a:cs typeface="+mn-cs"/>
            </a:endParaRPr>
          </a:p>
        </p:txBody>
      </p:sp>
      <p:sp>
        <p:nvSpPr>
          <p:cNvPr id="13" name="Text Box 82"/>
          <p:cNvSpPr txBox="1">
            <a:spLocks noChangeArrowheads="1"/>
          </p:cNvSpPr>
          <p:nvPr/>
        </p:nvSpPr>
        <p:spPr bwMode="auto">
          <a:xfrm>
            <a:off x="3338468" y="6558557"/>
            <a:ext cx="2467072" cy="222253"/>
          </a:xfrm>
          <a:prstGeom prst="rect">
            <a:avLst/>
          </a:prstGeom>
          <a:noFill/>
          <a:ln>
            <a:noFill/>
          </a:ln>
        </p:spPr>
        <p:txBody>
          <a:bodyPr lIns="82937" tIns="41472" rIns="82937" bIns="41472" anchor="ctr">
            <a:spAutoFit/>
          </a:bodyPr>
          <a:lstStyle>
            <a:lvl1pPr defTabSz="871538">
              <a:defRPr sz="3200">
                <a:solidFill>
                  <a:schemeClr val="bg1"/>
                </a:solidFill>
                <a:latin typeface="Times New Roman" pitchFamily="18" charset="0"/>
                <a:ea typeface="標楷體" pitchFamily="65" charset="-120"/>
              </a:defRPr>
            </a:lvl1pPr>
            <a:lvl2pPr marL="708025" indent="-273050" defTabSz="871538">
              <a:defRPr sz="3200">
                <a:solidFill>
                  <a:schemeClr val="bg1"/>
                </a:solidFill>
                <a:latin typeface="Times New Roman" pitchFamily="18" charset="0"/>
                <a:ea typeface="標楷體" pitchFamily="65" charset="-120"/>
              </a:defRPr>
            </a:lvl2pPr>
            <a:lvl3pPr marL="1089025" indent="-217488" defTabSz="871538">
              <a:defRPr sz="3200">
                <a:solidFill>
                  <a:schemeClr val="bg1"/>
                </a:solidFill>
                <a:latin typeface="Times New Roman" pitchFamily="18" charset="0"/>
                <a:ea typeface="標楷體" pitchFamily="65" charset="-120"/>
              </a:defRPr>
            </a:lvl3pPr>
            <a:lvl4pPr marL="1525588" indent="-219075" defTabSz="871538">
              <a:defRPr sz="3200">
                <a:solidFill>
                  <a:schemeClr val="bg1"/>
                </a:solidFill>
                <a:latin typeface="Times New Roman" pitchFamily="18" charset="0"/>
                <a:ea typeface="標楷體" pitchFamily="65" charset="-120"/>
              </a:defRPr>
            </a:lvl4pPr>
            <a:lvl5pPr marL="1960563" indent="-217488" defTabSz="871538">
              <a:defRPr sz="3200">
                <a:solidFill>
                  <a:schemeClr val="bg1"/>
                </a:solidFill>
                <a:latin typeface="Times New Roman" pitchFamily="18" charset="0"/>
                <a:ea typeface="標楷體" pitchFamily="65" charset="-120"/>
              </a:defRPr>
            </a:lvl5pPr>
            <a:lvl6pPr marL="2417763" indent="-217488" algn="ctr" defTabSz="8715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defRPr sz="3200">
                <a:solidFill>
                  <a:schemeClr val="bg1"/>
                </a:solidFill>
                <a:latin typeface="Times New Roman" pitchFamily="18" charset="0"/>
                <a:ea typeface="標楷體" pitchFamily="65" charset="-120"/>
              </a:defRPr>
            </a:lvl6pPr>
            <a:lvl7pPr marL="2874963" indent="-217488" algn="ctr" defTabSz="8715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defRPr sz="3200">
                <a:solidFill>
                  <a:schemeClr val="bg1"/>
                </a:solidFill>
                <a:latin typeface="Times New Roman" pitchFamily="18" charset="0"/>
                <a:ea typeface="標楷體" pitchFamily="65" charset="-120"/>
              </a:defRPr>
            </a:lvl7pPr>
            <a:lvl8pPr marL="3332163" indent="-217488" algn="ctr" defTabSz="8715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defRPr sz="3200">
                <a:solidFill>
                  <a:schemeClr val="bg1"/>
                </a:solidFill>
                <a:latin typeface="Times New Roman" pitchFamily="18" charset="0"/>
                <a:ea typeface="標楷體" pitchFamily="65" charset="-120"/>
              </a:defRPr>
            </a:lvl8pPr>
            <a:lvl9pPr marL="3789363" indent="-217488" algn="ctr" defTabSz="871538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  <a:defRPr sz="3200">
                <a:solidFill>
                  <a:schemeClr val="bg1"/>
                </a:solidFill>
                <a:latin typeface="Times New Roman" pitchFamily="18" charset="0"/>
                <a:ea typeface="標楷體" pitchFamily="65" charset="-120"/>
              </a:defRPr>
            </a:lvl9pPr>
          </a:lstStyle>
          <a:p>
            <a:pPr marL="0" marR="0" lvl="0" indent="0" algn="ctr" defTabSz="87156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標楷體" pitchFamily="65" charset="-120"/>
                <a:cs typeface="Arial" pitchFamily="34" charset="0"/>
              </a:rPr>
              <a:t>內部文件/</a:t>
            </a:r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標楷體" pitchFamily="65" charset="-120"/>
                <a:cs typeface="Arial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384969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ftr="0" dt="0"/>
  <p:txStyles>
    <p:titleStyle>
      <a:lvl1pPr algn="l" defTabSz="914270" rtl="0" eaLnBrk="1" fontAlgn="base" hangingPunct="1">
        <a:spcBef>
          <a:spcPct val="0"/>
        </a:spcBef>
        <a:spcAft>
          <a:spcPct val="0"/>
        </a:spcAft>
        <a:defRPr sz="2200" b="1" kern="1200">
          <a:solidFill>
            <a:schemeClr val="tx1"/>
          </a:solidFill>
          <a:latin typeface="+mj-lt"/>
          <a:ea typeface="標楷體" pitchFamily="65" charset="-120"/>
          <a:cs typeface="Arial" pitchFamily="34" charset="0"/>
        </a:defRPr>
      </a:lvl1pPr>
      <a:lvl2pPr algn="l" defTabSz="914270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Calibri" pitchFamily="34" charset="0"/>
          <a:ea typeface="標楷體" pitchFamily="65" charset="-120"/>
          <a:cs typeface="Arial" charset="0"/>
        </a:defRPr>
      </a:lvl2pPr>
      <a:lvl3pPr algn="l" defTabSz="914270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Calibri" pitchFamily="34" charset="0"/>
          <a:ea typeface="標楷體" pitchFamily="65" charset="-120"/>
          <a:cs typeface="Arial" charset="0"/>
        </a:defRPr>
      </a:lvl3pPr>
      <a:lvl4pPr algn="l" defTabSz="914270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Calibri" pitchFamily="34" charset="0"/>
          <a:ea typeface="標楷體" pitchFamily="65" charset="-120"/>
          <a:cs typeface="Arial" charset="0"/>
        </a:defRPr>
      </a:lvl4pPr>
      <a:lvl5pPr algn="l" defTabSz="914270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Calibri" pitchFamily="34" charset="0"/>
          <a:ea typeface="標楷體" pitchFamily="65" charset="-120"/>
          <a:cs typeface="Arial" charset="0"/>
        </a:defRPr>
      </a:lvl5pPr>
      <a:lvl6pPr marL="415972" algn="l" defTabSz="914270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6pPr>
      <a:lvl7pPr marL="831942" algn="l" defTabSz="914270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7pPr>
      <a:lvl8pPr marL="1247913" algn="l" defTabSz="914270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8pPr>
      <a:lvl9pPr marL="1663884" algn="l" defTabSz="914270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9pPr>
    </p:titleStyle>
    <p:bodyStyle>
      <a:lvl1pPr marL="248428" indent="-248428" algn="l" defTabSz="91427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b="1" kern="1200">
          <a:solidFill>
            <a:schemeClr val="tx1"/>
          </a:solidFill>
          <a:latin typeface="+mj-lt"/>
          <a:ea typeface="標楷體" pitchFamily="65" charset="-120"/>
          <a:cs typeface="Arial" pitchFamily="34" charset="0"/>
        </a:defRPr>
      </a:lvl1pPr>
      <a:lvl2pPr marL="658621" indent="-200764" algn="l" defTabSz="91427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+mj-lt"/>
          <a:ea typeface="標楷體" pitchFamily="65" charset="-120"/>
          <a:cs typeface="Arial" pitchFamily="34" charset="0"/>
        </a:defRPr>
      </a:lvl2pPr>
      <a:lvl3pPr marL="980709" indent="-248428" algn="l" defTabSz="91427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b="1" kern="1200">
          <a:solidFill>
            <a:schemeClr val="tx1"/>
          </a:solidFill>
          <a:latin typeface="+mj-lt"/>
          <a:ea typeface="標楷體" pitchFamily="65" charset="-120"/>
          <a:cs typeface="Arial" pitchFamily="34" charset="0"/>
        </a:defRPr>
      </a:lvl3pPr>
      <a:lvl4pPr marL="1390904" indent="-248428" algn="l" defTabSz="91427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+mj-lt"/>
          <a:ea typeface="標楷體" pitchFamily="65" charset="-120"/>
          <a:cs typeface="Arial" pitchFamily="34" charset="0"/>
        </a:defRPr>
      </a:lvl4pPr>
      <a:lvl5pPr marL="1712992" indent="-248428" algn="l" defTabSz="914270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"/>
        <a:defRPr b="1" kern="1200">
          <a:solidFill>
            <a:schemeClr val="tx1"/>
          </a:solidFill>
          <a:latin typeface="+mj-lt"/>
          <a:ea typeface="標楷體" pitchFamily="65" charset="-120"/>
          <a:cs typeface="Arial" pitchFamily="34" charset="0"/>
        </a:defRPr>
      </a:lvl5pPr>
      <a:lvl6pPr marL="2514566" indent="-228597" algn="l" defTabSz="91438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9" indent="-228597" algn="l" defTabSz="91438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3" indent="-228597" algn="l" defTabSz="91438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6" indent="-228597" algn="l" defTabSz="91438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7" algn="l" defTabSz="9143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1" algn="l" defTabSz="9143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5" algn="l" defTabSz="9143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9" algn="l" defTabSz="9143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2" algn="l" defTabSz="9143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6" algn="l" defTabSz="9143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9" algn="l" defTabSz="91438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0" y="6072188"/>
            <a:ext cx="9144000" cy="785812"/>
          </a:xfrm>
          <a:prstGeom prst="rect">
            <a:avLst/>
          </a:prstGeom>
          <a:solidFill>
            <a:srgbClr val="4C9C95"/>
          </a:solidFill>
          <a:ln>
            <a:noFill/>
          </a:ln>
          <a:effectLst/>
        </p:spPr>
        <p:txBody>
          <a:bodyPr lIns="82478" tIns="41212" rIns="82478" bIns="41212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>
              <a:defRPr/>
            </a:pPr>
            <a:endParaRPr lang="zh-TW" altLang="zh-TW" sz="1800" i="0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8072805" y="6072188"/>
            <a:ext cx="1071196" cy="785812"/>
          </a:xfrm>
          <a:prstGeom prst="rect">
            <a:avLst/>
          </a:prstGeom>
          <a:solidFill>
            <a:srgbClr val="73B1AB"/>
          </a:solidFill>
          <a:ln>
            <a:noFill/>
          </a:ln>
          <a:effectLst/>
        </p:spPr>
        <p:txBody>
          <a:bodyPr lIns="82478" tIns="41212" rIns="82478" bIns="41212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>
              <a:defRPr/>
            </a:pPr>
            <a:endParaRPr lang="zh-TW" altLang="zh-TW" sz="1800" i="0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6072338"/>
            <a:ext cx="9144000" cy="282575"/>
          </a:xfrm>
          <a:prstGeom prst="rect">
            <a:avLst/>
          </a:prstGeom>
          <a:solidFill>
            <a:srgbClr val="80B8B3"/>
          </a:solidFill>
          <a:ln>
            <a:noFill/>
          </a:ln>
          <a:effectLst/>
        </p:spPr>
        <p:txBody>
          <a:bodyPr wrap="none" lIns="82478" tIns="41212" rIns="82478" bIns="41212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>
              <a:defRPr/>
            </a:pPr>
            <a:endParaRPr lang="zh-TW" altLang="zh-TW" sz="1800" i="0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8072805" y="6072338"/>
            <a:ext cx="1071196" cy="282575"/>
          </a:xfrm>
          <a:prstGeom prst="rect">
            <a:avLst/>
          </a:prstGeom>
          <a:solidFill>
            <a:srgbClr val="99C6C2"/>
          </a:solidFill>
          <a:ln>
            <a:noFill/>
          </a:ln>
          <a:effectLst/>
        </p:spPr>
        <p:txBody>
          <a:bodyPr wrap="none" lIns="82478" tIns="41212" rIns="82478" bIns="41212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>
              <a:defRPr/>
            </a:pPr>
            <a:endParaRPr lang="zh-TW" altLang="zh-TW" sz="1800" i="0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20" name="Notes" hidden="1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9889" y="5927488"/>
            <a:ext cx="5773616" cy="138499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fontAlgn="t">
              <a:defRPr/>
            </a:pPr>
            <a:endParaRPr lang="zh-TW" altLang="en-US" sz="900" i="0" noProof="1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21511" name="Title1"/>
          <p:cNvSpPr>
            <a:spLocks noGrp="1" noChangeArrowheads="1"/>
          </p:cNvSpPr>
          <p:nvPr>
            <p:ph type="title"/>
            <p:custDataLst>
              <p:tags r:id="rId14"/>
            </p:custDataLst>
          </p:nvPr>
        </p:nvSpPr>
        <p:spPr bwMode="gray">
          <a:xfrm>
            <a:off x="279934" y="149227"/>
            <a:ext cx="8613531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64892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noProof="1"/>
          </a:p>
        </p:txBody>
      </p:sp>
      <p:sp>
        <p:nvSpPr>
          <p:cNvPr id="2151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892" y="968375"/>
            <a:ext cx="8442080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2187" tIns="42187" rIns="42187" bIns="421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1"/>
              <a:t>Click to edit master</a:t>
            </a:r>
            <a:r>
              <a:rPr lang="en-CA" altLang="zh-CN"/>
              <a:t> </a:t>
            </a:r>
            <a:r>
              <a:rPr lang="en-CA" altLang="zh-TW" noProof="1"/>
              <a:t>text styles</a:t>
            </a:r>
          </a:p>
          <a:p>
            <a:pPr lvl="1"/>
            <a:r>
              <a:rPr lang="en-CA" altLang="zh-TW" noProof="1"/>
              <a:t>Second level</a:t>
            </a:r>
          </a:p>
          <a:p>
            <a:pPr lvl="2"/>
            <a:r>
              <a:rPr lang="en-CA" altLang="zh-TW" noProof="1"/>
              <a:t>Third level</a:t>
            </a:r>
            <a:endParaRPr lang="en-CA" altLang="zh-CN"/>
          </a:p>
          <a:p>
            <a:pPr lvl="3"/>
            <a:r>
              <a:rPr lang="en-CA" altLang="zh-CN"/>
              <a:t>Fourth level</a:t>
            </a:r>
            <a:endParaRPr lang="en-CA" altLang="zh-TW" noProof="1"/>
          </a:p>
        </p:txBody>
      </p:sp>
      <p:sp>
        <p:nvSpPr>
          <p:cNvPr id="23" name="投影片編號版面配置區 3"/>
          <p:cNvSpPr>
            <a:spLocks noGrp="1"/>
          </p:cNvSpPr>
          <p:nvPr>
            <p:ph type="sldNum" sz="quarter" idx="4"/>
          </p:nvPr>
        </p:nvSpPr>
        <p:spPr bwMode="auto">
          <a:xfrm>
            <a:off x="8739555" y="6453188"/>
            <a:ext cx="296008" cy="304800"/>
          </a:xfrm>
          <a:prstGeom prst="rect">
            <a:avLst/>
          </a:prstGeom>
        </p:spPr>
        <p:txBody>
          <a:bodyPr vert="horz" wrap="none" lIns="0" tIns="39959" rIns="0" bIns="39959" numCol="1" anchor="ctr" anchorCtr="0" compatLnSpc="1">
            <a:prstTxWarp prst="textNoShape">
              <a:avLst/>
            </a:prstTxWarp>
          </a:bodyPr>
          <a:lstStyle>
            <a:lvl1pPr defTabSz="914423" eaLnBrk="0" hangingPunct="0">
              <a:defRPr sz="1200" i="0" noProof="1">
                <a:solidFill>
                  <a:srgbClr val="FFFFFF"/>
                </a:solidFill>
                <a:latin typeface="Trebuchet MS" pitchFamily="34" charset="0"/>
                <a:ea typeface="華康中黑體" pitchFamily="49" charset="-120"/>
              </a:defRPr>
            </a:lvl1pPr>
          </a:lstStyle>
          <a:p>
            <a:pPr>
              <a:defRPr/>
            </a:pPr>
            <a:fld id="{CB15A5BC-A687-41F2-B659-5829E7E239E1}" type="slidenum">
              <a:rPr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680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l" defTabSz="789007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789007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Arial" pitchFamily="34" charset="0"/>
          <a:ea typeface="標楷體" pitchFamily="65" charset="-120"/>
        </a:defRPr>
      </a:lvl2pPr>
      <a:lvl3pPr algn="l" defTabSz="789007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Arial" pitchFamily="34" charset="0"/>
          <a:ea typeface="標楷體" pitchFamily="65" charset="-120"/>
        </a:defRPr>
      </a:lvl3pPr>
      <a:lvl4pPr algn="l" defTabSz="789007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Arial" pitchFamily="34" charset="0"/>
          <a:ea typeface="標楷體" pitchFamily="65" charset="-120"/>
        </a:defRPr>
      </a:lvl4pPr>
      <a:lvl5pPr algn="l" defTabSz="789007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Arial" pitchFamily="34" charset="0"/>
          <a:ea typeface="標楷體" pitchFamily="65" charset="-120"/>
        </a:defRPr>
      </a:lvl5pPr>
      <a:lvl6pPr marL="452971" algn="l" defTabSz="792723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6pPr>
      <a:lvl7pPr marL="905959" algn="l" defTabSz="792723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7pPr>
      <a:lvl8pPr marL="1358949" algn="l" defTabSz="792723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8pPr>
      <a:lvl9pPr marL="1811934" algn="l" defTabSz="792723" rtl="0" eaLnBrk="1" fontAlgn="base" hangingPunct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9pPr>
    </p:titleStyle>
    <p:bodyStyle>
      <a:lvl1pPr marL="241306" indent="-241306" algn="l" defTabSz="881085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Verdana" pitchFamily="34" charset="0"/>
        <a:buChar char="•"/>
        <a:defRPr kumimoji="1" sz="2200" b="1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03191" algn="l" defTabSz="881085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-"/>
        <a:defRPr kumimoji="1" sz="2000" b="1">
          <a:solidFill>
            <a:schemeClr val="tx1"/>
          </a:solidFill>
          <a:latin typeface="+mn-lt"/>
          <a:ea typeface="+mn-ea"/>
        </a:defRPr>
      </a:lvl2pPr>
      <a:lvl3pPr marL="946173" indent="-254006" algn="l" defTabSz="881085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Marlett" pitchFamily="2" charset="2"/>
        <a:buChar char="8"/>
        <a:defRPr kumimoji="1" b="1">
          <a:solidFill>
            <a:schemeClr val="tx1"/>
          </a:solidFill>
          <a:latin typeface="+mn-lt"/>
          <a:ea typeface="+mn-ea"/>
        </a:defRPr>
      </a:lvl3pPr>
      <a:lvl4pPr marL="1303370" indent="-182568" algn="l" defTabSz="881085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-"/>
        <a:defRPr kumimoji="1" b="1">
          <a:solidFill>
            <a:schemeClr val="tx1"/>
          </a:solidFill>
          <a:latin typeface="+mn-lt"/>
          <a:ea typeface="+mn-ea"/>
        </a:defRPr>
      </a:lvl4pPr>
      <a:lvl5pPr marL="1943148" indent="-301633" algn="l" defTabSz="881085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5pPr>
      <a:lvl6pPr marL="2397038" indent="-305121" algn="l" defTabSz="883953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6pPr>
      <a:lvl7pPr marL="2850031" indent="-305121" algn="l" defTabSz="883953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7pPr>
      <a:lvl8pPr marL="3303004" indent="-305121" algn="l" defTabSz="883953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8pPr>
      <a:lvl9pPr marL="3755990" indent="-305121" algn="l" defTabSz="883953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9pPr>
    </p:bodyStyle>
    <p:otherStyle>
      <a:defPPr>
        <a:defRPr lang="zh-TW"/>
      </a:defPPr>
      <a:lvl1pPr marL="0" algn="l" defTabSz="9059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971" algn="l" defTabSz="9059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5959" algn="l" defTabSz="9059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8949" algn="l" defTabSz="9059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1934" algn="l" defTabSz="9059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4919" algn="l" defTabSz="9059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7904" algn="l" defTabSz="9059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70887" algn="l" defTabSz="9059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23874" algn="l" defTabSz="9059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8" descr="內頁Banner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" y="6507449"/>
            <a:ext cx="9146931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169" y="6524911"/>
            <a:ext cx="5832231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914423" eaLnBrk="1" hangingPunct="1">
              <a:defRPr sz="800" b="0" i="0">
                <a:solidFill>
                  <a:prstClr val="white"/>
                </a:solidFill>
                <a:latin typeface="Arial" charset="0"/>
                <a:ea typeface="超世紀中黑體" pitchFamily="2" charset="-120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8854" y="6624638"/>
            <a:ext cx="2133600" cy="23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914423" eaLnBrk="1" hangingPunct="1">
              <a:defRPr sz="800">
                <a:solidFill>
                  <a:srgbClr val="FFFFFF"/>
                </a:solidFill>
                <a:latin typeface="超世紀中黑體"/>
                <a:ea typeface="超世紀中黑體"/>
                <a:cs typeface="超世紀中黑體"/>
              </a:defRPr>
            </a:lvl1pPr>
          </a:lstStyle>
          <a:p>
            <a:pPr>
              <a:defRPr/>
            </a:pPr>
            <a:r>
              <a:rPr lang="zh-TW" altLang="en-US"/>
              <a:t>第</a:t>
            </a:r>
            <a:fld id="{877C1A25-F2D9-4BC0-93E3-7EA105C15831}" type="slidenum">
              <a:rPr lang="zh-TW" altLang="en-US"/>
              <a:pPr>
                <a:defRPr/>
              </a:pPr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715206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latin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latin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latin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latin typeface="Arial" pitchFamily="34" charset="0"/>
        </a:defRPr>
      </a:lvl5pPr>
      <a:lvl6pPr marL="457212" algn="ctr" rtl="0" eaLnBrk="1" fontAlgn="base" hangingPunct="1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latin typeface="Arial" pitchFamily="34" charset="0"/>
        </a:defRPr>
      </a:lvl6pPr>
      <a:lvl7pPr marL="914423" algn="ctr" rtl="0" eaLnBrk="1" fontAlgn="base" hangingPunct="1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latin typeface="Arial" pitchFamily="34" charset="0"/>
        </a:defRPr>
      </a:lvl7pPr>
      <a:lvl8pPr marL="1371634" algn="ctr" rtl="0" eaLnBrk="1" fontAlgn="base" hangingPunct="1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latin typeface="Arial" pitchFamily="34" charset="0"/>
        </a:defRPr>
      </a:lvl8pPr>
      <a:lvl9pPr marL="1828846" algn="ctr" rtl="0" eaLnBrk="1" fontAlgn="base" hangingPunct="1">
        <a:spcBef>
          <a:spcPct val="0"/>
        </a:spcBef>
        <a:spcAft>
          <a:spcPct val="0"/>
        </a:spcAft>
        <a:defRPr kumimoji="1" sz="4401">
          <a:solidFill>
            <a:schemeClr val="tx2"/>
          </a:solidFill>
          <a:latin typeface="Arial" pitchFamily="34" charset="0"/>
        </a:defRPr>
      </a:lvl9pPr>
    </p:titleStyle>
    <p:bodyStyle>
      <a:lvl1pPr marL="342908" indent="-342908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69" indent="-285757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28" indent="-228606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40" indent="-228606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52" indent="-228606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63" indent="-228606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74" indent="-228606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86" indent="-228606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97" indent="-228606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76"/>
          <p:cNvGrpSpPr>
            <a:grpSpLocks/>
          </p:cNvGrpSpPr>
          <p:nvPr/>
        </p:nvGrpSpPr>
        <p:grpSpPr bwMode="auto">
          <a:xfrm>
            <a:off x="0" y="6435729"/>
            <a:ext cx="9144000" cy="422275"/>
            <a:chOff x="0" y="4459"/>
            <a:chExt cx="6597" cy="484"/>
          </a:xfrm>
        </p:grpSpPr>
        <p:sp>
          <p:nvSpPr>
            <p:cNvPr id="1044" name="Rectangle 77"/>
            <p:cNvSpPr>
              <a:spLocks noChangeArrowheads="1"/>
            </p:cNvSpPr>
            <p:nvPr/>
          </p:nvSpPr>
          <p:spPr bwMode="auto">
            <a:xfrm>
              <a:off x="0" y="4459"/>
              <a:ext cx="6597" cy="484"/>
            </a:xfrm>
            <a:prstGeom prst="rect">
              <a:avLst/>
            </a:prstGeom>
            <a:solidFill>
              <a:srgbClr val="4C9C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355" tIns="45679" rIns="91355" bIns="45679" anchor="ctr"/>
            <a:lstStyle>
              <a:lvl1pPr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9pPr>
            </a:lstStyle>
            <a:p>
              <a:pPr>
                <a:defRPr/>
              </a:pPr>
              <a:endParaRPr kumimoji="0" lang="zh-TW" altLang="en-US" sz="2300" i="1" dirty="0">
                <a:solidFill>
                  <a:srgbClr val="000000"/>
                </a:solidFill>
                <a:latin typeface="Arial"/>
                <a:ea typeface="標楷體" panose="03000509000000000000" pitchFamily="65" charset="-120"/>
              </a:endParaRPr>
            </a:p>
          </p:txBody>
        </p:sp>
        <p:sp>
          <p:nvSpPr>
            <p:cNvPr id="1045" name="Rectangle 78"/>
            <p:cNvSpPr>
              <a:spLocks noChangeArrowheads="1"/>
            </p:cNvSpPr>
            <p:nvPr/>
          </p:nvSpPr>
          <p:spPr bwMode="auto">
            <a:xfrm>
              <a:off x="5824" y="4459"/>
              <a:ext cx="773" cy="484"/>
            </a:xfrm>
            <a:prstGeom prst="rect">
              <a:avLst/>
            </a:prstGeom>
            <a:solidFill>
              <a:srgbClr val="73B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355" tIns="45679" rIns="91355" bIns="45679" anchor="ctr"/>
            <a:lstStyle>
              <a:lvl1pPr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9pPr>
            </a:lstStyle>
            <a:p>
              <a:pPr>
                <a:defRPr/>
              </a:pPr>
              <a:endParaRPr kumimoji="0" lang="zh-TW" altLang="en-US" sz="2300" i="1" dirty="0">
                <a:solidFill>
                  <a:srgbClr val="000000"/>
                </a:solidFill>
                <a:latin typeface="Arial"/>
                <a:ea typeface="標楷體" panose="03000509000000000000" pitchFamily="65" charset="-120"/>
              </a:endParaRPr>
            </a:p>
          </p:txBody>
        </p:sp>
        <p:sp>
          <p:nvSpPr>
            <p:cNvPr id="1046" name="Rectangle 79"/>
            <p:cNvSpPr>
              <a:spLocks noChangeArrowheads="1"/>
            </p:cNvSpPr>
            <p:nvPr/>
          </p:nvSpPr>
          <p:spPr bwMode="auto">
            <a:xfrm>
              <a:off x="0" y="4459"/>
              <a:ext cx="6597" cy="175"/>
            </a:xfrm>
            <a:prstGeom prst="rect">
              <a:avLst/>
            </a:prstGeom>
            <a:solidFill>
              <a:srgbClr val="80B8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355" tIns="45679" rIns="91355" bIns="45679" anchor="ctr"/>
            <a:lstStyle>
              <a:lvl1pPr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9pPr>
            </a:lstStyle>
            <a:p>
              <a:pPr>
                <a:defRPr/>
              </a:pPr>
              <a:endParaRPr kumimoji="0" lang="zh-TW" altLang="en-US" sz="2300" i="1" dirty="0">
                <a:solidFill>
                  <a:srgbClr val="000000"/>
                </a:solidFill>
                <a:latin typeface="Arial"/>
                <a:ea typeface="標楷體" panose="03000509000000000000" pitchFamily="65" charset="-120"/>
              </a:endParaRPr>
            </a:p>
          </p:txBody>
        </p:sp>
        <p:sp>
          <p:nvSpPr>
            <p:cNvPr id="1047" name="Rectangle 80"/>
            <p:cNvSpPr>
              <a:spLocks noChangeArrowheads="1"/>
            </p:cNvSpPr>
            <p:nvPr/>
          </p:nvSpPr>
          <p:spPr bwMode="auto">
            <a:xfrm>
              <a:off x="5824" y="4459"/>
              <a:ext cx="773" cy="175"/>
            </a:xfrm>
            <a:prstGeom prst="rect">
              <a:avLst/>
            </a:prstGeom>
            <a:solidFill>
              <a:srgbClr val="99C6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355" tIns="45679" rIns="91355" bIns="45679" anchor="ctr"/>
            <a:lstStyle>
              <a:lvl1pPr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標楷體" pitchFamily="65" charset="-120"/>
                </a:defRPr>
              </a:lvl9pPr>
            </a:lstStyle>
            <a:p>
              <a:pPr>
                <a:defRPr/>
              </a:pPr>
              <a:endParaRPr kumimoji="0" lang="zh-TW" altLang="en-US" sz="2300" i="1" dirty="0">
                <a:solidFill>
                  <a:srgbClr val="000000"/>
                </a:solidFill>
                <a:latin typeface="Arial"/>
                <a:ea typeface="標楷體" panose="03000509000000000000" pitchFamily="65" charset="-120"/>
              </a:endParaRPr>
            </a:p>
          </p:txBody>
        </p:sp>
      </p:grpSp>
      <p:sp>
        <p:nvSpPr>
          <p:cNvPr id="1027" name="Title1"/>
          <p:cNvSpPr>
            <a:spLocks noGrp="1" noChangeArrowheads="1"/>
          </p:cNvSpPr>
          <p:nvPr>
            <p:ph type="title"/>
            <p:custDataLst>
              <p:tags r:id="rId6"/>
            </p:custDataLst>
          </p:nvPr>
        </p:nvSpPr>
        <p:spPr bwMode="gray">
          <a:xfrm>
            <a:off x="169987" y="352427"/>
            <a:ext cx="883773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 noProof="1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9985" y="968375"/>
            <a:ext cx="8442081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TW" altLang="en-US" noProof="1"/>
              <a:t>編輯母片文字樣式</a:t>
            </a:r>
          </a:p>
          <a:p>
            <a:pPr lvl="1"/>
            <a:r>
              <a:rPr lang="zh-TW" altLang="en-US" noProof="1"/>
              <a:t>第二層</a:t>
            </a:r>
          </a:p>
          <a:p>
            <a:pPr lvl="2"/>
            <a:r>
              <a:rPr lang="zh-TW" altLang="en-US" noProof="1"/>
              <a:t>第三層</a:t>
            </a:r>
          </a:p>
          <a:p>
            <a:pPr lvl="3"/>
            <a:r>
              <a:rPr lang="zh-TW" altLang="en-US" noProof="1"/>
              <a:t>第四層</a:t>
            </a:r>
          </a:p>
          <a:p>
            <a:pPr lvl="4"/>
            <a:r>
              <a:rPr lang="zh-TW" altLang="en-US" noProof="1"/>
              <a:t>第五層</a:t>
            </a:r>
            <a:endParaRPr lang="en-US" altLang="zh-TW" noProof="1"/>
          </a:p>
        </p:txBody>
      </p:sp>
      <p:sp>
        <p:nvSpPr>
          <p:cNvPr id="1030" name="pg num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91606" y="6555119"/>
            <a:ext cx="157094" cy="23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2169" rIns="0" bIns="42169" numCol="1" anchor="ctr" anchorCtr="0" compatLnSpc="1">
            <a:prstTxWarp prst="textNoShape">
              <a:avLst/>
            </a:prstTxWarp>
            <a:spAutoFit/>
          </a:bodyPr>
          <a:lstStyle>
            <a:lvl1pPr algn="r" eaLnBrk="0" hangingPunct="0">
              <a:defRPr kumimoji="0" sz="1000" noProof="1">
                <a:solidFill>
                  <a:srgbClr val="FFFFFF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7973211B-1D63-4D97-9CD7-06E495B9276C}" type="slidenum">
              <a:rPr lang="en-US" altLang="zh-TW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031" name="doc id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05004" y="430058"/>
            <a:ext cx="436018" cy="20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42169" rIns="0" bIns="42169" numCol="1" anchor="ctr" anchorCtr="0" compatLnSpc="1">
            <a:prstTxWarp prst="textNoShape">
              <a:avLst/>
            </a:prstTxWarp>
            <a:spAutoFit/>
          </a:bodyPr>
          <a:lstStyle>
            <a:lvl2pPr marL="431810" lvl="1" indent="0" algn="r" eaLnBrk="0" hangingPunct="0">
              <a:defRPr kumimoji="0" sz="800" noProof="1">
                <a:solidFill>
                  <a:srgbClr val="000000"/>
                </a:solidFill>
                <a:latin typeface="+mj-lt"/>
                <a:ea typeface="標楷體" panose="03000509000000000000" pitchFamily="65" charset="-120"/>
              </a:defRPr>
            </a:lvl2pPr>
          </a:lstStyle>
          <a:p>
            <a:pPr lvl="1">
              <a:defRPr/>
            </a:pPr>
            <a:endParaRPr lang="zh-TW" altLang="zh-TW" dirty="0"/>
          </a:p>
        </p:txBody>
      </p:sp>
      <p:sp>
        <p:nvSpPr>
          <p:cNvPr id="1082" name="Notes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06622" y="6246913"/>
            <a:ext cx="5775080" cy="153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 anchor="b">
            <a:spAutoFit/>
          </a:bodyPr>
          <a:lstStyle>
            <a:lvl1pPr marL="185738" indent="-185738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defTabSz="881063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fontAlgn="t">
              <a:defRPr/>
            </a:pPr>
            <a:endParaRPr kumimoji="0" lang="zh-TW" altLang="zh-TW" sz="1000" noProof="1">
              <a:solidFill>
                <a:srgbClr val="000000"/>
              </a:solidFill>
              <a:ea typeface="STXihei"/>
              <a:cs typeface="STXihei"/>
            </a:endParaRPr>
          </a:p>
        </p:txBody>
      </p:sp>
      <p:sp>
        <p:nvSpPr>
          <p:cNvPr id="1032" name="Rectangle 81"/>
          <p:cNvSpPr>
            <a:spLocks noChangeArrowheads="1"/>
          </p:cNvSpPr>
          <p:nvPr/>
        </p:nvSpPr>
        <p:spPr bwMode="auto">
          <a:xfrm>
            <a:off x="169986" y="6600635"/>
            <a:ext cx="3203331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defTabSz="993775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1pPr>
            <a:lvl2pPr marL="742950" indent="-285750" defTabSz="993775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2pPr>
            <a:lvl3pPr marL="1143000" indent="-228600" defTabSz="993775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3pPr>
            <a:lvl4pPr marL="1600200" indent="-228600" defTabSz="993775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4pPr>
            <a:lvl5pPr marL="2057400" indent="-228600" defTabSz="993775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5pPr>
            <a:lvl6pPr marL="25146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6pPr>
            <a:lvl7pPr marL="29718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7pPr>
            <a:lvl8pPr marL="34290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8pPr>
            <a:lvl9pPr marL="3886200" indent="-228600" defTabSz="993775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kumimoji="0" lang="en-GB" altLang="en-GB" sz="900" dirty="0">
                <a:solidFill>
                  <a:srgbClr val="FFFFFF"/>
                </a:solidFill>
                <a:latin typeface="Arial"/>
                <a:ea typeface="標楷體" panose="03000509000000000000" pitchFamily="65" charset="-120"/>
              </a:rPr>
              <a:t>© CTBC</a:t>
            </a:r>
          </a:p>
        </p:txBody>
      </p:sp>
      <p:sp>
        <p:nvSpPr>
          <p:cNvPr id="1106" name="Text Box 82"/>
          <p:cNvSpPr txBox="1">
            <a:spLocks noChangeArrowheads="1"/>
          </p:cNvSpPr>
          <p:nvPr/>
        </p:nvSpPr>
        <p:spPr bwMode="auto">
          <a:xfrm>
            <a:off x="3338148" y="6548243"/>
            <a:ext cx="2467708" cy="241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955" tIns="43479" rIns="86955" bIns="43479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1pPr>
            <a:lvl2pPr marL="742950" indent="-287338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3pPr>
            <a:lvl4pPr marL="1600200" indent="-231775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kumimoji="0" lang="en-US" altLang="zh-TW" sz="1000" i="0" dirty="0">
                <a:solidFill>
                  <a:srgbClr val="FFFFFF"/>
                </a:solidFill>
                <a:latin typeface="Arial"/>
                <a:ea typeface="標楷體" panose="03000509000000000000" pitchFamily="65" charset="-120"/>
              </a:rPr>
              <a:t>Internal / </a:t>
            </a:r>
            <a:r>
              <a:rPr kumimoji="0" lang="zh-TW" altLang="en-US" sz="1000" i="0" dirty="0">
                <a:solidFill>
                  <a:srgbClr val="FFFFFF"/>
                </a:solidFill>
                <a:latin typeface="Arial"/>
                <a:ea typeface="標楷體" panose="03000509000000000000" pitchFamily="65" charset="-120"/>
              </a:rPr>
              <a:t>內部文件</a:t>
            </a:r>
            <a:endParaRPr kumimoji="0" lang="en-US" altLang="zh-TW" sz="1000" i="0" dirty="0">
              <a:solidFill>
                <a:srgbClr val="FFFFFF"/>
              </a:solidFill>
              <a:latin typeface="Arial"/>
              <a:ea typeface="標楷體" panose="03000509000000000000" pitchFamily="65" charset="-120"/>
            </a:endParaRPr>
          </a:p>
        </p:txBody>
      </p:sp>
      <p:sp>
        <p:nvSpPr>
          <p:cNvPr id="1034" name="Rectangle 84"/>
          <p:cNvSpPr>
            <a:spLocks noChangeArrowheads="1"/>
          </p:cNvSpPr>
          <p:nvPr/>
        </p:nvSpPr>
        <p:spPr bwMode="auto">
          <a:xfrm>
            <a:off x="5234355" y="6435729"/>
            <a:ext cx="3191608" cy="422275"/>
          </a:xfrm>
          <a:prstGeom prst="rect">
            <a:avLst/>
          </a:prstGeom>
          <a:solidFill>
            <a:srgbClr val="4C9C9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 dirty="0">
              <a:solidFill>
                <a:srgbClr val="000000"/>
              </a:solidFill>
              <a:latin typeface="Arial"/>
              <a:ea typeface="標楷體" panose="03000509000000000000" pitchFamily="65" charset="-120"/>
            </a:endParaRPr>
          </a:p>
        </p:txBody>
      </p:sp>
      <p:sp>
        <p:nvSpPr>
          <p:cNvPr id="1035" name="Rectangle 86"/>
          <p:cNvSpPr>
            <a:spLocks noChangeArrowheads="1"/>
          </p:cNvSpPr>
          <p:nvPr/>
        </p:nvSpPr>
        <p:spPr bwMode="auto">
          <a:xfrm>
            <a:off x="5234355" y="6435725"/>
            <a:ext cx="3191608" cy="153988"/>
          </a:xfrm>
          <a:prstGeom prst="rect">
            <a:avLst/>
          </a:prstGeom>
          <a:solidFill>
            <a:srgbClr val="80B8B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57" tIns="43529" rIns="87057" bIns="43529" anchor="ctr"/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>
              <a:defRPr/>
            </a:pPr>
            <a:endParaRPr kumimoji="0" lang="zh-TW" altLang="en-US" sz="2300" i="1" dirty="0">
              <a:solidFill>
                <a:srgbClr val="000000"/>
              </a:solidFill>
              <a:latin typeface="Arial"/>
              <a:ea typeface="標楷體" panose="03000509000000000000" pitchFamily="65" charset="-120"/>
            </a:endParaRPr>
          </a:p>
        </p:txBody>
      </p:sp>
      <p:sp>
        <p:nvSpPr>
          <p:cNvPr id="1036" name="McK 1. On-page tracker" hidden="1"/>
          <p:cNvSpPr>
            <a:spLocks noChangeArrowheads="1"/>
          </p:cNvSpPr>
          <p:nvPr/>
        </p:nvSpPr>
        <p:spPr bwMode="auto">
          <a:xfrm>
            <a:off x="169986" y="25400"/>
            <a:ext cx="73417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pitchFamily="34" charset="0"/>
                <a:ea typeface="DFKai-SB" pitchFamily="65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2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9233" name="McK 3. Unit of measure" hidden="1"/>
          <p:cNvSpPr txBox="1">
            <a:spLocks noChangeArrowheads="1"/>
          </p:cNvSpPr>
          <p:nvPr/>
        </p:nvSpPr>
        <p:spPr bwMode="auto">
          <a:xfrm>
            <a:off x="169984" y="714375"/>
            <a:ext cx="3223847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1pPr>
            <a:lvl2pPr marL="446088"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2pPr>
            <a:lvl3pPr marL="895350"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3pPr>
            <a:lvl4pPr marL="1344613"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4pPr>
            <a:lvl5pPr marL="1792288" defTabSz="895350" eaLnBrk="0" hangingPunct="0"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5pPr>
            <a:lvl6pPr marL="2249488" defTabSz="89535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6pPr>
            <a:lvl7pPr marL="2706688" defTabSz="89535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7pPr>
            <a:lvl8pPr marL="3163888" defTabSz="89535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8pPr>
            <a:lvl9pPr marL="3621088" defTabSz="89535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  <a:ea typeface="STXihei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TW" sz="1200" i="0">
                <a:solidFill>
                  <a:srgbClr val="808080"/>
                </a:solidFill>
                <a:ea typeface="標楷體" pitchFamily="65" charset="-120"/>
              </a:rPr>
              <a:t>Unit of measure</a:t>
            </a:r>
          </a:p>
        </p:txBody>
      </p:sp>
      <p:grpSp>
        <p:nvGrpSpPr>
          <p:cNvPr id="1038" name="McK Slide Elements"/>
          <p:cNvGrpSpPr>
            <a:grpSpLocks/>
          </p:cNvGrpSpPr>
          <p:nvPr/>
        </p:nvGrpSpPr>
        <p:grpSpPr bwMode="auto">
          <a:xfrm>
            <a:off x="169985" y="6045204"/>
            <a:ext cx="7543800" cy="346075"/>
            <a:chOff x="121" y="4012"/>
            <a:chExt cx="5385" cy="230"/>
          </a:xfrm>
        </p:grpSpPr>
        <p:sp>
          <p:nvSpPr>
            <p:cNvPr id="9235" name="McK 4. Footnote" hidden="1"/>
            <p:cNvSpPr txBox="1">
              <a:spLocks noChangeArrowheads="1"/>
            </p:cNvSpPr>
            <p:nvPr/>
          </p:nvSpPr>
          <p:spPr bwMode="auto">
            <a:xfrm>
              <a:off x="121" y="4012"/>
              <a:ext cx="5385" cy="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1pPr>
              <a:lvl2pPr marL="1031875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2pPr>
              <a:lvl3pPr marL="1217613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3pPr>
              <a:lvl4pPr marL="1404938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4pPr>
              <a:lvl5pPr marL="1792288" defTabSz="895350" eaLnBrk="0" hangingPunct="0"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5pPr>
              <a:lvl6pPr marL="2249488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6pPr>
              <a:lvl7pPr marL="2706688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7pPr>
              <a:lvl8pPr marL="3163888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8pPr>
              <a:lvl9pPr marL="3621088" defTabSz="89535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  <a:ea typeface="STXihei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TW" sz="1000" i="0" dirty="0">
                  <a:solidFill>
                    <a:srgbClr val="000000"/>
                  </a:solidFill>
                  <a:latin typeface="Arial"/>
                  <a:ea typeface="標楷體" panose="03000509000000000000" pitchFamily="65" charset="-120"/>
                </a:rPr>
                <a:t>1 Footnote</a:t>
              </a:r>
            </a:p>
          </p:txBody>
        </p:sp>
        <p:sp>
          <p:nvSpPr>
            <p:cNvPr id="1043" name="McK 5. Source" hidden="1"/>
            <p:cNvSpPr>
              <a:spLocks noChangeArrowheads="1"/>
            </p:cNvSpPr>
            <p:nvPr/>
          </p:nvSpPr>
          <p:spPr bwMode="auto">
            <a:xfrm>
              <a:off x="121" y="4140"/>
              <a:ext cx="4323" cy="1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marL="577850" indent="-57785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1pPr>
              <a:lvl2pPr marL="742950" indent="-28575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2pPr>
              <a:lvl3pPr marL="1143000" indent="-22860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3pPr>
              <a:lvl4pPr marL="1600200" indent="-22860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4pPr>
              <a:lvl5pPr marL="2057400" indent="-228600" defTabSz="849313" eaLnBrk="0" hangingPunct="0"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5pPr>
              <a:lvl6pPr marL="2514600" indent="-228600" defTabSz="8493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6pPr>
              <a:lvl7pPr marL="2971800" indent="-228600" defTabSz="8493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7pPr>
              <a:lvl8pPr marL="3429000" indent="-228600" defTabSz="8493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8pPr>
              <a:lvl9pPr marL="3886200" indent="-228600" defTabSz="8493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79438" algn="l"/>
                </a:tabLs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TW" sz="1000" dirty="0">
                  <a:solidFill>
                    <a:srgbClr val="000000"/>
                  </a:solidFill>
                  <a:latin typeface="Arial"/>
                  <a:ea typeface="標楷體" panose="03000509000000000000" pitchFamily="65" charset="-120"/>
                </a:rPr>
                <a:t>SOURCE: Source</a:t>
              </a:r>
            </a:p>
          </p:txBody>
        </p:sp>
      </p:grpSp>
      <p:grpSp>
        <p:nvGrpSpPr>
          <p:cNvPr id="1039" name="ACET" hidden="1"/>
          <p:cNvGrpSpPr>
            <a:grpSpLocks/>
          </p:cNvGrpSpPr>
          <p:nvPr/>
        </p:nvGrpSpPr>
        <p:grpSpPr bwMode="auto">
          <a:xfrm>
            <a:off x="1172309" y="2474756"/>
            <a:ext cx="3763108" cy="479584"/>
            <a:chOff x="915" y="712"/>
            <a:chExt cx="2686" cy="318"/>
          </a:xfrm>
        </p:grpSpPr>
        <p:cxnSp>
          <p:nvCxnSpPr>
            <p:cNvPr id="1040" name="AutoShape 22" hidden="1"/>
            <p:cNvCxnSpPr>
              <a:cxnSpLocks noChangeShapeType="1"/>
              <a:stCxn id="1041" idx="4"/>
              <a:endCxn id="1041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41" name="AutoShape 23" hidden="1"/>
            <p:cNvSpPr>
              <a:spLocks noChangeArrowheads="1"/>
            </p:cNvSpPr>
            <p:nvPr/>
          </p:nvSpPr>
          <p:spPr bwMode="auto">
            <a:xfrm>
              <a:off x="915" y="712"/>
              <a:ext cx="2686" cy="318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79" anchor="b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DFKai-SB" pitchFamily="65" charset="-120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TW" sz="1500" b="1">
                  <a:solidFill>
                    <a:srgbClr val="000000"/>
                  </a:solidFill>
                </a:rPr>
                <a:t>Title</a:t>
              </a:r>
            </a:p>
            <a:p>
              <a:pPr eaLnBrk="1" hangingPunct="1">
                <a:defRPr/>
              </a:pPr>
              <a:r>
                <a:rPr kumimoji="0" lang="en-US" altLang="zh-TW" sz="15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796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19" r:id="rId4"/>
  </p:sldLayoutIdLst>
  <p:hf hdr="0" ftr="0" dt="0"/>
  <p:txStyles>
    <p:titleStyle>
      <a:lvl1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+mj-lt"/>
          <a:ea typeface="標楷體" panose="03000509000000000000" pitchFamily="65" charset="-120"/>
          <a:cs typeface="+mj-cs"/>
        </a:defRPr>
      </a:lvl1pPr>
      <a:lvl2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Arial" charset="0"/>
          <a:ea typeface="標楷體" pitchFamily="65" charset="-120"/>
        </a:defRPr>
      </a:lvl2pPr>
      <a:lvl3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Arial" charset="0"/>
          <a:ea typeface="標楷體" pitchFamily="65" charset="-120"/>
        </a:defRPr>
      </a:lvl3pPr>
      <a:lvl4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Arial" charset="0"/>
          <a:ea typeface="標楷體" pitchFamily="65" charset="-120"/>
        </a:defRPr>
      </a:lvl4pPr>
      <a:lvl5pPr algn="l" defTabSz="836634" rtl="0" eaLnBrk="1" fontAlgn="base" hangingPunct="1">
        <a:spcBef>
          <a:spcPct val="0"/>
        </a:spcBef>
        <a:spcAft>
          <a:spcPct val="0"/>
        </a:spcAft>
        <a:defRPr sz="2300" b="1">
          <a:solidFill>
            <a:schemeClr val="folHlink"/>
          </a:solidFill>
          <a:latin typeface="Arial" charset="0"/>
          <a:ea typeface="標楷體" pitchFamily="65" charset="-120"/>
        </a:defRPr>
      </a:lvl5pPr>
      <a:lvl6pPr marL="435702" algn="l" defTabSz="839632" rtl="0" eaLnBrk="1" fontAlgn="base" hangingPunct="1">
        <a:spcBef>
          <a:spcPct val="0"/>
        </a:spcBef>
        <a:spcAft>
          <a:spcPct val="0"/>
        </a:spcAft>
        <a:defRPr sz="2300" b="1">
          <a:solidFill>
            <a:srgbClr val="333333"/>
          </a:solidFill>
          <a:latin typeface="Arial" charset="0"/>
          <a:ea typeface="標楷體" pitchFamily="65" charset="-120"/>
        </a:defRPr>
      </a:lvl6pPr>
      <a:lvl7pPr marL="871401" algn="l" defTabSz="839632" rtl="0" eaLnBrk="1" fontAlgn="base" hangingPunct="1">
        <a:spcBef>
          <a:spcPct val="0"/>
        </a:spcBef>
        <a:spcAft>
          <a:spcPct val="0"/>
        </a:spcAft>
        <a:defRPr sz="2300" b="1">
          <a:solidFill>
            <a:srgbClr val="333333"/>
          </a:solidFill>
          <a:latin typeface="Arial" charset="0"/>
          <a:ea typeface="標楷體" pitchFamily="65" charset="-120"/>
        </a:defRPr>
      </a:lvl7pPr>
      <a:lvl8pPr marL="1307100" algn="l" defTabSz="839632" rtl="0" eaLnBrk="1" fontAlgn="base" hangingPunct="1">
        <a:spcBef>
          <a:spcPct val="0"/>
        </a:spcBef>
        <a:spcAft>
          <a:spcPct val="0"/>
        </a:spcAft>
        <a:defRPr sz="2300" b="1">
          <a:solidFill>
            <a:srgbClr val="333333"/>
          </a:solidFill>
          <a:latin typeface="Arial" charset="0"/>
          <a:ea typeface="標楷體" pitchFamily="65" charset="-120"/>
        </a:defRPr>
      </a:lvl8pPr>
      <a:lvl9pPr marL="1742803" algn="l" defTabSz="839632" rtl="0" eaLnBrk="1" fontAlgn="base" hangingPunct="1">
        <a:spcBef>
          <a:spcPct val="0"/>
        </a:spcBef>
        <a:spcAft>
          <a:spcPct val="0"/>
        </a:spcAft>
        <a:defRPr sz="2300" b="1">
          <a:solidFill>
            <a:srgbClr val="333333"/>
          </a:solidFill>
          <a:latin typeface="Arial" charset="0"/>
          <a:ea typeface="標楷體" pitchFamily="65" charset="-120"/>
        </a:defRPr>
      </a:lvl9pPr>
    </p:titleStyle>
    <p:bodyStyle>
      <a:lvl1pPr marL="322271" indent="-322271" algn="l" defTabSz="849334" rtl="0" eaLnBrk="1" fontAlgn="base" hangingPunct="1">
        <a:spcBef>
          <a:spcPct val="0"/>
        </a:spcBef>
        <a:spcAft>
          <a:spcPct val="20000"/>
        </a:spcAft>
        <a:buClr>
          <a:schemeClr val="tx2"/>
        </a:buClr>
        <a:defRPr sz="1500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180980" indent="-179393" algn="l" defTabSz="849334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Wingdings" pitchFamily="2" charset="2"/>
        <a:buChar char="§"/>
        <a:defRPr sz="1500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431810" indent="-246069" algn="l" defTabSz="849334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SzPct val="120000"/>
        <a:buChar char="•"/>
        <a:defRPr sz="1500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581040" indent="-144467" algn="l" defTabSz="849334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Font typeface="Arial" pitchFamily="34" charset="0"/>
        <a:buChar char="–"/>
        <a:defRPr sz="1500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708043" indent="-120653" algn="l" defTabSz="849334" rtl="0" eaLnBrk="1" fontAlgn="base" hangingPunct="1">
        <a:spcBef>
          <a:spcPct val="0"/>
        </a:spcBef>
        <a:spcAft>
          <a:spcPct val="20000"/>
        </a:spcAft>
        <a:buClr>
          <a:schemeClr val="tx1"/>
        </a:buClr>
        <a:buChar char="•"/>
        <a:defRPr sz="1500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490149" indent="-322237" algn="l" defTabSz="934940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sz="2300">
          <a:solidFill>
            <a:schemeClr val="bg1"/>
          </a:solidFill>
          <a:latin typeface="+mn-lt"/>
          <a:ea typeface="宋体" charset="-122"/>
        </a:defRPr>
      </a:lvl6pPr>
      <a:lvl7pPr marL="2925850" indent="-322237" algn="l" defTabSz="934940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sz="2300">
          <a:solidFill>
            <a:schemeClr val="bg1"/>
          </a:solidFill>
          <a:latin typeface="+mn-lt"/>
          <a:ea typeface="宋体" charset="-122"/>
        </a:defRPr>
      </a:lvl7pPr>
      <a:lvl8pPr marL="3361550" indent="-322237" algn="l" defTabSz="934940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sz="2300">
          <a:solidFill>
            <a:schemeClr val="bg1"/>
          </a:solidFill>
          <a:latin typeface="+mn-lt"/>
          <a:ea typeface="宋体" charset="-122"/>
        </a:defRPr>
      </a:lvl8pPr>
      <a:lvl9pPr marL="3797253" indent="-322237" algn="l" defTabSz="934940" rtl="0" eaLnBrk="1" fontAlgn="base" hangingPunct="1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sz="2300">
          <a:solidFill>
            <a:schemeClr val="bg1"/>
          </a:solidFill>
          <a:latin typeface="+mn-lt"/>
          <a:ea typeface="宋体" charset="-122"/>
        </a:defRPr>
      </a:lvl9pPr>
    </p:bodyStyle>
    <p:otherStyle>
      <a:defPPr>
        <a:defRPr lang="zh-TW"/>
      </a:defPPr>
      <a:lvl1pPr marL="0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5702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1401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7100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2803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78502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4203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49904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85603" algn="l" defTabSz="871401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defTabSz="914189">
              <a:defRPr sz="1400" i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ctr" defTabSz="914189">
              <a:defRPr sz="1400" i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>
            <a:lvl1pPr algn="r" defTabSz="914189">
              <a:defRPr sz="1400" i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C2BA749-72AF-4B10-8B9C-AB7E8B23F7A8}" type="slidenum">
              <a:rPr kumimoji="1" lang="en-US" altLang="zh-TW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zh-TW"/>
          </a:p>
        </p:txBody>
      </p:sp>
      <p:grpSp>
        <p:nvGrpSpPr>
          <p:cNvPr id="3077" name="Group 18"/>
          <p:cNvGrpSpPr>
            <a:grpSpLocks/>
          </p:cNvGrpSpPr>
          <p:nvPr userDrawn="1"/>
        </p:nvGrpSpPr>
        <p:grpSpPr bwMode="auto">
          <a:xfrm>
            <a:off x="0" y="6353175"/>
            <a:ext cx="9144000" cy="428625"/>
            <a:chOff x="0" y="4469"/>
            <a:chExt cx="6360" cy="301"/>
          </a:xfrm>
        </p:grpSpPr>
        <p:grpSp>
          <p:nvGrpSpPr>
            <p:cNvPr id="3080" name="Group 7"/>
            <p:cNvGrpSpPr>
              <a:grpSpLocks/>
            </p:cNvGrpSpPr>
            <p:nvPr userDrawn="1"/>
          </p:nvGrpSpPr>
          <p:grpSpPr bwMode="auto">
            <a:xfrm>
              <a:off x="0" y="4469"/>
              <a:ext cx="6360" cy="260"/>
              <a:chOff x="0" y="4459"/>
              <a:chExt cx="6597" cy="350"/>
            </a:xfrm>
          </p:grpSpPr>
          <p:sp>
            <p:nvSpPr>
              <p:cNvPr id="3" name="Rectangle 8"/>
              <p:cNvSpPr>
                <a:spLocks noChangeArrowheads="1"/>
              </p:cNvSpPr>
              <p:nvPr userDrawn="1"/>
            </p:nvSpPr>
            <p:spPr bwMode="auto">
              <a:xfrm>
                <a:off x="0" y="4459"/>
                <a:ext cx="6597" cy="350"/>
              </a:xfrm>
              <a:prstGeom prst="rect">
                <a:avLst/>
              </a:prstGeom>
              <a:solidFill>
                <a:srgbClr val="4C9C9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TW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4" name="Rectangle 9"/>
              <p:cNvSpPr>
                <a:spLocks noChangeArrowheads="1"/>
              </p:cNvSpPr>
              <p:nvPr userDrawn="1"/>
            </p:nvSpPr>
            <p:spPr bwMode="auto">
              <a:xfrm>
                <a:off x="5824" y="4459"/>
                <a:ext cx="773" cy="350"/>
              </a:xfrm>
              <a:prstGeom prst="rect">
                <a:avLst/>
              </a:prstGeom>
              <a:solidFill>
                <a:srgbClr val="73B1A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TW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5" name="Rectangle 10"/>
              <p:cNvSpPr>
                <a:spLocks noChangeArrowheads="1"/>
              </p:cNvSpPr>
              <p:nvPr userDrawn="1"/>
            </p:nvSpPr>
            <p:spPr bwMode="auto">
              <a:xfrm>
                <a:off x="0" y="4459"/>
                <a:ext cx="6597" cy="350"/>
              </a:xfrm>
              <a:prstGeom prst="rect">
                <a:avLst/>
              </a:prstGeom>
              <a:solidFill>
                <a:srgbClr val="80B8B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TW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9" name="Rectangle 11"/>
              <p:cNvSpPr>
                <a:spLocks noChangeArrowheads="1"/>
              </p:cNvSpPr>
              <p:nvPr userDrawn="1"/>
            </p:nvSpPr>
            <p:spPr bwMode="auto">
              <a:xfrm>
                <a:off x="5824" y="4459"/>
                <a:ext cx="773" cy="350"/>
              </a:xfrm>
              <a:prstGeom prst="rect">
                <a:avLst/>
              </a:prstGeom>
              <a:solidFill>
                <a:srgbClr val="99C6C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pitchFamily="18" charset="-12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TW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036" name="Rectangle 12"/>
            <p:cNvSpPr>
              <a:spLocks noChangeArrowheads="1"/>
            </p:cNvSpPr>
            <p:nvPr userDrawn="1"/>
          </p:nvSpPr>
          <p:spPr bwMode="auto">
            <a:xfrm>
              <a:off x="539" y="4673"/>
              <a:ext cx="2043" cy="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11620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1pPr>
              <a:lvl2pPr marL="581025" defTabSz="11620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2pPr>
              <a:lvl3pPr marL="1162050" defTabSz="11620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3pPr>
              <a:lvl4pPr marL="1741488" defTabSz="11620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4pPr>
              <a:lvl5pPr marL="2322513" defTabSz="11620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5pPr>
              <a:lvl6pPr marL="2779713" defTabSz="11620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6pPr>
              <a:lvl7pPr marL="3236913" defTabSz="11620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7pPr>
              <a:lvl8pPr marL="3694113" defTabSz="11620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8pPr>
              <a:lvl9pPr marL="4151313" defTabSz="116205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9pPr>
            </a:lstStyle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0" lang="en-GB" altLang="zh-TW" sz="900">
                  <a:solidFill>
                    <a:srgbClr val="01544C"/>
                  </a:solidFill>
                  <a:latin typeface="Arial" pitchFamily="34" charset="0"/>
                </a:rPr>
                <a:t>© CTBC</a:t>
              </a:r>
            </a:p>
          </p:txBody>
        </p:sp>
        <p:sp>
          <p:nvSpPr>
            <p:cNvPr id="1037" name="Rectangle 13"/>
            <p:cNvSpPr>
              <a:spLocks noChangeArrowheads="1"/>
            </p:cNvSpPr>
            <p:nvPr userDrawn="1"/>
          </p:nvSpPr>
          <p:spPr bwMode="auto">
            <a:xfrm>
              <a:off x="5932" y="4655"/>
              <a:ext cx="370" cy="1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1pPr>
              <a:lvl2pPr marL="508000"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2pPr>
              <a:lvl3pPr marL="1014413"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3pPr>
              <a:lvl4pPr marL="1522413"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4pPr>
              <a:lvl5pPr marL="2028825"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5pPr>
              <a:lvl6pPr marL="2486025" defTabSz="10144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6pPr>
              <a:lvl7pPr marL="2943225" defTabSz="10144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7pPr>
              <a:lvl8pPr marL="3400425" defTabSz="10144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8pPr>
              <a:lvl9pPr marL="3857625" defTabSz="10144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9pPr>
            </a:lstStyle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fld id="{3E08A95E-7928-41EA-B6EF-2AF9D511F1E7}" type="slidenum">
                <a:rPr kumimoji="0" lang="en-US" altLang="zh-TW" sz="1000" smtClean="0">
                  <a:solidFill>
                    <a:srgbClr val="000000"/>
                  </a:solidFill>
                  <a:latin typeface="Arial" pitchFamily="34" charset="0"/>
                  <a:ea typeface="華康中黑體"/>
                </a:rPr>
                <a:pPr algn="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t>‹#›</a:t>
              </a:fld>
              <a:endParaRPr kumimoji="0" lang="en-US" altLang="zh-TW" sz="1000">
                <a:solidFill>
                  <a:srgbClr val="000000"/>
                </a:solidFill>
                <a:latin typeface="Arial" pitchFamily="34" charset="0"/>
                <a:ea typeface="華康中黑體"/>
              </a:endParaRPr>
            </a:p>
          </p:txBody>
        </p:sp>
        <p:sp>
          <p:nvSpPr>
            <p:cNvPr id="1038" name="Text Box 14"/>
            <p:cNvSpPr txBox="1">
              <a:spLocks noChangeArrowheads="1"/>
            </p:cNvSpPr>
            <p:nvPr userDrawn="1"/>
          </p:nvSpPr>
          <p:spPr bwMode="auto">
            <a:xfrm>
              <a:off x="3988" y="4655"/>
              <a:ext cx="1571" cy="1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1pPr>
              <a:lvl2pPr marL="508000"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2pPr>
              <a:lvl3pPr marL="1014413"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3pPr>
              <a:lvl4pPr marL="1522413"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4pPr>
              <a:lvl5pPr marL="2028825" defTabSz="1014413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5pPr>
              <a:lvl6pPr marL="2486025" defTabSz="10144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6pPr>
              <a:lvl7pPr marL="2943225" defTabSz="10144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7pPr>
              <a:lvl8pPr marL="3400425" defTabSz="10144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8pPr>
              <a:lvl9pPr marL="3857625" defTabSz="10144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9pPr>
            </a:lstStyle>
            <a:p>
              <a:pPr algn="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0" lang="en-US" altLang="zh-TW" sz="1000">
                  <a:solidFill>
                    <a:srgbClr val="000000"/>
                  </a:solidFill>
                  <a:latin typeface="Arial" pitchFamily="34" charset="0"/>
                  <a:ea typeface="華康中黑體"/>
                </a:rPr>
                <a:t>Confidential/Draft</a:t>
              </a:r>
            </a:p>
          </p:txBody>
        </p:sp>
      </p:grpSp>
      <p:sp>
        <p:nvSpPr>
          <p:cNvPr id="3078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4" rIns="91429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3079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484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9" tIns="45714" rIns="91429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245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+mj-lt"/>
          <a:ea typeface="+mj-ea"/>
          <a:cs typeface="+mj-cs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5pPr>
      <a:lvl6pPr marL="412029" algn="l" defTabSz="914189" rtl="0" fontAlgn="base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6pPr>
      <a:lvl7pPr marL="824057" algn="l" defTabSz="914189" rtl="0" fontAlgn="base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7pPr>
      <a:lvl8pPr marL="1236086" algn="l" defTabSz="914189" rtl="0" fontAlgn="base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8pPr>
      <a:lvl9pPr marL="1648115" algn="l" defTabSz="914189" rtl="0" fontAlgn="base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9pPr>
    </p:titleStyle>
    <p:bodyStyle>
      <a:lvl1pPr marL="342900" indent="-342900" algn="l" defTabSz="912813" rtl="0" eaLnBrk="0" fontAlgn="base" hangingPunct="0">
        <a:spcBef>
          <a:spcPct val="20000"/>
        </a:spcBef>
        <a:spcAft>
          <a:spcPct val="0"/>
        </a:spcAft>
        <a:buClr>
          <a:srgbClr val="DA0017"/>
        </a:buClr>
        <a:buChar char="•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Clr>
          <a:srgbClr val="DA0017"/>
        </a:buClr>
        <a:buChar char="–"/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2813" rtl="0" eaLnBrk="0" fontAlgn="base" hangingPunct="0">
        <a:spcBef>
          <a:spcPct val="20000"/>
        </a:spcBef>
        <a:spcAft>
          <a:spcPct val="0"/>
        </a:spcAft>
        <a:buClr>
          <a:srgbClr val="DA0017"/>
        </a:buClr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Times New Roman" pitchFamily="18" charset="0"/>
          <a:ea typeface="+mn-ea"/>
          <a:cs typeface="+mn-cs"/>
        </a:defRPr>
      </a:lvl4pPr>
      <a:lvl5pPr marL="2055813" indent="-228600" algn="l" defTabSz="912813" rtl="0" eaLnBrk="0" fontAlgn="base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5pPr>
      <a:lvl6pPr marL="2469311" indent="-228905" algn="l" defTabSz="914189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6pPr>
      <a:lvl7pPr marL="2881339" indent="-228905" algn="l" defTabSz="914189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7pPr>
      <a:lvl8pPr marL="3293368" indent="-228905" algn="l" defTabSz="914189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8pPr>
      <a:lvl9pPr marL="3705396" indent="-228905" algn="l" defTabSz="914189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9pPr>
    </p:bodyStyle>
    <p:otherStyle>
      <a:defPPr>
        <a:defRPr lang="zh-TW"/>
      </a:defPPr>
      <a:lvl1pPr marL="0" algn="l" defTabSz="8240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2029" algn="l" defTabSz="8240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4057" algn="l" defTabSz="8240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6086" algn="l" defTabSz="8240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8115" algn="l" defTabSz="8240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60143" algn="l" defTabSz="8240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72172" algn="l" defTabSz="8240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84200" algn="l" defTabSz="8240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96229" algn="l" defTabSz="82405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>
            <a:spLocks noChangeArrowheads="1"/>
          </p:cNvSpPr>
          <p:nvPr userDrawn="1"/>
        </p:nvSpPr>
        <p:spPr bwMode="auto">
          <a:xfrm>
            <a:off x="0" y="6072188"/>
            <a:ext cx="9144000" cy="785812"/>
          </a:xfrm>
          <a:prstGeom prst="rect">
            <a:avLst/>
          </a:prstGeom>
          <a:solidFill>
            <a:srgbClr val="4C9C95"/>
          </a:solidFill>
          <a:ln>
            <a:noFill/>
          </a:ln>
          <a:effectLst/>
        </p:spPr>
        <p:txBody>
          <a:bodyPr lIns="83192" tIns="41596" rIns="83192" bIns="41596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zh-TW" i="0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15" name="Rectangle 4"/>
          <p:cNvSpPr>
            <a:spLocks noChangeArrowheads="1"/>
          </p:cNvSpPr>
          <p:nvPr userDrawn="1"/>
        </p:nvSpPr>
        <p:spPr bwMode="auto">
          <a:xfrm>
            <a:off x="8072438" y="6072188"/>
            <a:ext cx="1071562" cy="785812"/>
          </a:xfrm>
          <a:prstGeom prst="rect">
            <a:avLst/>
          </a:prstGeom>
          <a:solidFill>
            <a:srgbClr val="73B1AB"/>
          </a:solidFill>
          <a:ln>
            <a:noFill/>
          </a:ln>
          <a:effectLst/>
        </p:spPr>
        <p:txBody>
          <a:bodyPr lIns="83192" tIns="41596" rIns="83192" bIns="41596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zh-TW" i="0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16" name="Rectangle 5"/>
          <p:cNvSpPr>
            <a:spLocks noChangeArrowheads="1"/>
          </p:cNvSpPr>
          <p:nvPr userDrawn="1"/>
        </p:nvSpPr>
        <p:spPr bwMode="auto">
          <a:xfrm>
            <a:off x="0" y="6072188"/>
            <a:ext cx="9144000" cy="282575"/>
          </a:xfrm>
          <a:prstGeom prst="rect">
            <a:avLst/>
          </a:prstGeom>
          <a:solidFill>
            <a:srgbClr val="80B8B3"/>
          </a:solidFill>
          <a:ln>
            <a:noFill/>
          </a:ln>
          <a:effectLst/>
        </p:spPr>
        <p:txBody>
          <a:bodyPr wrap="none" lIns="83192" tIns="41596" rIns="83192" bIns="41596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zh-TW" i="0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17" name="Rectangle 6"/>
          <p:cNvSpPr>
            <a:spLocks noChangeArrowheads="1"/>
          </p:cNvSpPr>
          <p:nvPr userDrawn="1"/>
        </p:nvSpPr>
        <p:spPr bwMode="auto">
          <a:xfrm>
            <a:off x="8072438" y="6072188"/>
            <a:ext cx="1071562" cy="282575"/>
          </a:xfrm>
          <a:prstGeom prst="rect">
            <a:avLst/>
          </a:prstGeom>
          <a:solidFill>
            <a:srgbClr val="99C6C2"/>
          </a:solidFill>
          <a:ln>
            <a:noFill/>
          </a:ln>
          <a:effectLst/>
        </p:spPr>
        <p:txBody>
          <a:bodyPr wrap="none" lIns="83192" tIns="41596" rIns="83192" bIns="41596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zh-TW" i="0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352425" y="6554788"/>
            <a:ext cx="3205163" cy="12382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>
            <a:spAutoFit/>
          </a:bodyPr>
          <a:lstStyle>
            <a:lvl1pPr defTabSz="9525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defTabSz="9525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defTabSz="9525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defTabSz="9525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defTabSz="9525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defTabSz="9525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defTabSz="9525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defTabSz="9525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defTabSz="9525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GB" sz="800" dirty="0">
                <a:solidFill>
                  <a:srgbClr val="FFFFFF"/>
                </a:solidFill>
                <a:latin typeface="Trebuchet MS" pitchFamily="34" charset="0"/>
                <a:ea typeface="標楷體" pitchFamily="65" charset="-120"/>
              </a:rPr>
              <a:t>© CTBC</a:t>
            </a: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338513" y="6505575"/>
            <a:ext cx="2466975" cy="222250"/>
          </a:xfrm>
          <a:prstGeom prst="rect">
            <a:avLst/>
          </a:prstGeom>
          <a:noFill/>
          <a:ln>
            <a:noFill/>
          </a:ln>
          <a:effectLst/>
        </p:spPr>
        <p:txBody>
          <a:bodyPr lIns="83192" tIns="41596" rIns="83192" bIns="41596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zh-TW" altLang="en-US" sz="900" dirty="0">
                <a:solidFill>
                  <a:srgbClr val="FFFFFF"/>
                </a:solidFill>
                <a:latin typeface="Trebuchet MS" pitchFamily="34" charset="0"/>
                <a:ea typeface="標楷體" pitchFamily="65" charset="-120"/>
              </a:rPr>
              <a:t>機密文件</a:t>
            </a:r>
            <a:r>
              <a:rPr lang="en-US" altLang="zh-TW" sz="900" dirty="0">
                <a:solidFill>
                  <a:srgbClr val="FFFFFF"/>
                </a:solidFill>
                <a:latin typeface="Trebuchet MS" pitchFamily="34" charset="0"/>
                <a:ea typeface="標楷體" pitchFamily="65" charset="-120"/>
              </a:rPr>
              <a:t>/Confidential</a:t>
            </a:r>
          </a:p>
        </p:txBody>
      </p:sp>
      <p:sp>
        <p:nvSpPr>
          <p:cNvPr id="20" name="Notes" hidden="1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9400" y="5927725"/>
            <a:ext cx="5773738" cy="1381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fontAlgn="t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900" i="0" noProof="1">
              <a:solidFill>
                <a:srgbClr val="000000"/>
              </a:solidFill>
              <a:latin typeface="Trebuchet MS" pitchFamily="34" charset="0"/>
              <a:ea typeface="華康中黑體" pitchFamily="49" charset="-120"/>
            </a:endParaRPr>
          </a:p>
        </p:txBody>
      </p:sp>
      <p:sp>
        <p:nvSpPr>
          <p:cNvPr id="1033" name="Title1"/>
          <p:cNvSpPr>
            <a:spLocks noGrp="1" noChangeArrowheads="1"/>
          </p:cNvSpPr>
          <p:nvPr>
            <p:ph type="title"/>
            <p:custDataLst>
              <p:tags r:id="rId14"/>
            </p:custDataLst>
          </p:nvPr>
        </p:nvSpPr>
        <p:spPr bwMode="gray">
          <a:xfrm>
            <a:off x="279400" y="149225"/>
            <a:ext cx="8613775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65506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noProof="1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968375"/>
            <a:ext cx="84423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2579" tIns="42579" rIns="42579" bIns="425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1"/>
              <a:t>Click to edit master</a:t>
            </a:r>
            <a:r>
              <a:rPr lang="en-CA" altLang="zh-CN"/>
              <a:t> </a:t>
            </a:r>
            <a:r>
              <a:rPr lang="en-CA" altLang="zh-TW" noProof="1"/>
              <a:t>text styles</a:t>
            </a:r>
          </a:p>
          <a:p>
            <a:pPr lvl="1"/>
            <a:r>
              <a:rPr lang="en-CA" altLang="zh-TW" noProof="1"/>
              <a:t>Second level</a:t>
            </a:r>
          </a:p>
          <a:p>
            <a:pPr lvl="2"/>
            <a:r>
              <a:rPr lang="en-CA" altLang="zh-TW" noProof="1"/>
              <a:t>Third level</a:t>
            </a:r>
            <a:endParaRPr lang="en-CA" altLang="zh-CN"/>
          </a:p>
          <a:p>
            <a:pPr lvl="3"/>
            <a:r>
              <a:rPr lang="en-CA" altLang="zh-CN"/>
              <a:t>Fourth level</a:t>
            </a:r>
            <a:endParaRPr lang="en-CA" altLang="zh-TW" noProof="1"/>
          </a:p>
        </p:txBody>
      </p:sp>
      <p:sp>
        <p:nvSpPr>
          <p:cNvPr id="23" name="投影片編號版面配置區 3"/>
          <p:cNvSpPr>
            <a:spLocks noGrp="1"/>
          </p:cNvSpPr>
          <p:nvPr>
            <p:ph type="sldNum" sz="quarter" idx="4"/>
          </p:nvPr>
        </p:nvSpPr>
        <p:spPr bwMode="auto">
          <a:xfrm>
            <a:off x="8739188" y="6453188"/>
            <a:ext cx="296862" cy="304800"/>
          </a:xfrm>
          <a:prstGeom prst="rect">
            <a:avLst/>
          </a:prstGeom>
        </p:spPr>
        <p:txBody>
          <a:bodyPr vert="horz" wrap="none" lIns="0" tIns="40320" rIns="0" bIns="403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 i="0" noProof="1">
                <a:solidFill>
                  <a:schemeClr val="tx2"/>
                </a:solidFill>
                <a:latin typeface="Trebuchet MS" pitchFamily="34" charset="0"/>
                <a:ea typeface="華康中黑體" pitchFamily="49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69C10F-E567-45A6-B1D8-456E1EF4B6BE}" type="slidenum">
              <a:rPr kumimoji="1" altLang="en-US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zh-TW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76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2pPr>
      <a:lvl3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3pPr>
      <a:lvl4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4pPr>
      <a:lvl5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5pPr>
      <a:lvl6pPr marL="457200" algn="l" defTabSz="800100" rtl="0" fontAlgn="base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6pPr>
      <a:lvl7pPr marL="914400" algn="l" defTabSz="800100" rtl="0" fontAlgn="base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7pPr>
      <a:lvl8pPr marL="1371600" algn="l" defTabSz="800100" rtl="0" fontAlgn="base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8pPr>
      <a:lvl9pPr marL="1828800" algn="l" defTabSz="800100" rtl="0" fontAlgn="base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9pPr>
    </p:titleStyle>
    <p:bodyStyle>
      <a:lvl1pPr marL="246063" indent="-246063" algn="l" defTabSz="892175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Font typeface="Verdana" pitchFamily="34" charset="0"/>
        <a:buChar char="•"/>
        <a:defRPr kumimoji="1" sz="2200" b="1">
          <a:solidFill>
            <a:schemeClr val="tx1"/>
          </a:solidFill>
          <a:latin typeface="+mn-lt"/>
          <a:ea typeface="+mn-ea"/>
          <a:cs typeface="+mn-cs"/>
        </a:defRPr>
      </a:lvl1pPr>
      <a:lvl2pPr marL="522288" indent="-107950" algn="l" defTabSz="8921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-"/>
        <a:defRPr kumimoji="1" sz="2000" b="1">
          <a:solidFill>
            <a:schemeClr val="tx1"/>
          </a:solidFill>
          <a:latin typeface="+mn-lt"/>
          <a:ea typeface="+mn-ea"/>
        </a:defRPr>
      </a:lvl2pPr>
      <a:lvl3pPr marL="957263" indent="-260350" algn="l" defTabSz="8921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arlett" pitchFamily="2" charset="2"/>
        <a:buChar char="8"/>
        <a:defRPr kumimoji="1" b="1">
          <a:solidFill>
            <a:schemeClr val="tx1"/>
          </a:solidFill>
          <a:latin typeface="+mn-lt"/>
          <a:ea typeface="+mn-ea"/>
        </a:defRPr>
      </a:lvl3pPr>
      <a:lvl4pPr marL="1317625" indent="-187325" algn="l" defTabSz="8921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-"/>
        <a:defRPr kumimoji="1" b="1">
          <a:solidFill>
            <a:schemeClr val="tx1"/>
          </a:solidFill>
          <a:latin typeface="+mn-lt"/>
          <a:ea typeface="+mn-ea"/>
        </a:defRPr>
      </a:lvl4pPr>
      <a:lvl5pPr marL="1962150" indent="-307975" algn="l" defTabSz="892175" rtl="0" eaLnBrk="0" fontAlgn="base" hangingPunct="0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5pPr>
      <a:lvl6pPr marL="2419350" indent="-307975" algn="l" defTabSz="892175" rtl="0" fontAlgn="base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6pPr>
      <a:lvl7pPr marL="2876550" indent="-307975" algn="l" defTabSz="892175" rtl="0" fontAlgn="base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7pPr>
      <a:lvl8pPr marL="3333750" indent="-307975" algn="l" defTabSz="892175" rtl="0" fontAlgn="base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8pPr>
      <a:lvl9pPr marL="3790950" indent="-307975" algn="l" defTabSz="892175" rtl="0" fontAlgn="base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>
            <a:spLocks noChangeArrowheads="1"/>
          </p:cNvSpPr>
          <p:nvPr userDrawn="1"/>
        </p:nvSpPr>
        <p:spPr bwMode="auto">
          <a:xfrm>
            <a:off x="0" y="6072188"/>
            <a:ext cx="9144000" cy="785812"/>
          </a:xfrm>
          <a:prstGeom prst="rect">
            <a:avLst/>
          </a:prstGeom>
          <a:solidFill>
            <a:srgbClr val="4C9C95"/>
          </a:solidFill>
          <a:ln>
            <a:noFill/>
          </a:ln>
          <a:effectLst/>
        </p:spPr>
        <p:txBody>
          <a:bodyPr lIns="83192" tIns="41596" rIns="83192" bIns="41596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zh-TW" i="0" dirty="0">
              <a:solidFill>
                <a:srgbClr val="000000"/>
              </a:solidFill>
              <a:latin typeface="Arial" panose="020B0604020202020204" pitchFamily="34" charset="0"/>
              <a:ea typeface="華康中黑體" pitchFamily="49" charset="-120"/>
            </a:endParaRPr>
          </a:p>
        </p:txBody>
      </p:sp>
      <p:sp>
        <p:nvSpPr>
          <p:cNvPr id="15" name="Rectangle 4"/>
          <p:cNvSpPr>
            <a:spLocks noChangeArrowheads="1"/>
          </p:cNvSpPr>
          <p:nvPr userDrawn="1"/>
        </p:nvSpPr>
        <p:spPr bwMode="auto">
          <a:xfrm>
            <a:off x="8072438" y="6072188"/>
            <a:ext cx="1071562" cy="785812"/>
          </a:xfrm>
          <a:prstGeom prst="rect">
            <a:avLst/>
          </a:prstGeom>
          <a:solidFill>
            <a:srgbClr val="73B1AB"/>
          </a:solidFill>
          <a:ln>
            <a:noFill/>
          </a:ln>
          <a:effectLst/>
        </p:spPr>
        <p:txBody>
          <a:bodyPr lIns="83192" tIns="41596" rIns="83192" bIns="41596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zh-TW" i="0" dirty="0">
              <a:solidFill>
                <a:srgbClr val="000000"/>
              </a:solidFill>
              <a:latin typeface="Arial" panose="020B0604020202020204" pitchFamily="34" charset="0"/>
              <a:ea typeface="華康中黑體" pitchFamily="49" charset="-120"/>
            </a:endParaRPr>
          </a:p>
        </p:txBody>
      </p:sp>
      <p:sp>
        <p:nvSpPr>
          <p:cNvPr id="16" name="Rectangle 5"/>
          <p:cNvSpPr>
            <a:spLocks noChangeArrowheads="1"/>
          </p:cNvSpPr>
          <p:nvPr userDrawn="1"/>
        </p:nvSpPr>
        <p:spPr bwMode="auto">
          <a:xfrm>
            <a:off x="0" y="6072188"/>
            <a:ext cx="9144000" cy="282575"/>
          </a:xfrm>
          <a:prstGeom prst="rect">
            <a:avLst/>
          </a:prstGeom>
          <a:solidFill>
            <a:srgbClr val="80B8B3"/>
          </a:solidFill>
          <a:ln>
            <a:noFill/>
          </a:ln>
          <a:effectLst/>
        </p:spPr>
        <p:txBody>
          <a:bodyPr wrap="none" lIns="83192" tIns="41596" rIns="83192" bIns="41596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zh-TW" i="0" dirty="0">
              <a:solidFill>
                <a:srgbClr val="000000"/>
              </a:solidFill>
              <a:latin typeface="Arial" panose="020B0604020202020204" pitchFamily="34" charset="0"/>
              <a:ea typeface="華康中黑體" pitchFamily="49" charset="-120"/>
            </a:endParaRPr>
          </a:p>
        </p:txBody>
      </p:sp>
      <p:sp>
        <p:nvSpPr>
          <p:cNvPr id="17" name="Rectangle 6"/>
          <p:cNvSpPr>
            <a:spLocks noChangeArrowheads="1"/>
          </p:cNvSpPr>
          <p:nvPr userDrawn="1"/>
        </p:nvSpPr>
        <p:spPr bwMode="auto">
          <a:xfrm>
            <a:off x="8072438" y="6072188"/>
            <a:ext cx="1071562" cy="282575"/>
          </a:xfrm>
          <a:prstGeom prst="rect">
            <a:avLst/>
          </a:prstGeom>
          <a:solidFill>
            <a:srgbClr val="99C6C2"/>
          </a:solidFill>
          <a:ln>
            <a:noFill/>
          </a:ln>
          <a:effectLst/>
        </p:spPr>
        <p:txBody>
          <a:bodyPr wrap="none" lIns="83192" tIns="41596" rIns="83192" bIns="41596" anchor="ctr"/>
          <a:lstStyle>
            <a:lvl1pPr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TW" altLang="zh-TW" i="0" dirty="0">
              <a:solidFill>
                <a:srgbClr val="000000"/>
              </a:solidFill>
              <a:latin typeface="Arial" panose="020B0604020202020204" pitchFamily="34" charset="0"/>
              <a:ea typeface="華康中黑體" pitchFamily="49" charset="-120"/>
            </a:endParaRPr>
          </a:p>
        </p:txBody>
      </p:sp>
      <p:sp>
        <p:nvSpPr>
          <p:cNvPr id="20" name="Notes" hidden="1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279400" y="5927725"/>
            <a:ext cx="5773738" cy="1381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b">
            <a:spAutoFit/>
          </a:bodyPr>
          <a:lstStyle>
            <a:lvl1pPr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1pPr>
            <a:lvl2pPr marL="742950" indent="-28575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3pPr>
            <a:lvl4pPr marL="1600200" indent="-22860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4pPr>
            <a:lvl5pPr marL="2057400" indent="-228600" defTabSz="881063" eaLnBrk="0" hangingPunct="0"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kumimoji="1" i="1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9pPr>
          </a:lstStyle>
          <a:p>
            <a:pPr fontAlgn="t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900" i="0" noProof="1">
              <a:solidFill>
                <a:srgbClr val="000000"/>
              </a:solidFill>
              <a:latin typeface="Arial" panose="020B0604020202020204" pitchFamily="34" charset="0"/>
              <a:ea typeface="華康中黑體" pitchFamily="49" charset="-120"/>
            </a:endParaRPr>
          </a:p>
        </p:txBody>
      </p:sp>
      <p:sp>
        <p:nvSpPr>
          <p:cNvPr id="1033" name="Title1"/>
          <p:cNvSpPr>
            <a:spLocks noGrp="1" noChangeArrowheads="1"/>
          </p:cNvSpPr>
          <p:nvPr>
            <p:ph type="title"/>
            <p:custDataLst>
              <p:tags r:id="rId15"/>
            </p:custDataLst>
          </p:nvPr>
        </p:nvSpPr>
        <p:spPr bwMode="gray">
          <a:xfrm>
            <a:off x="279400" y="149225"/>
            <a:ext cx="8613775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65506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zh-TW" altLang="zh-TW" noProof="1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968375"/>
            <a:ext cx="8442325" cy="495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2579" tIns="42579" rIns="42579" bIns="425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1"/>
              <a:t>Click to edit master</a:t>
            </a:r>
            <a:r>
              <a:rPr lang="en-CA" altLang="zh-CN"/>
              <a:t> </a:t>
            </a:r>
            <a:r>
              <a:rPr lang="en-CA" altLang="zh-TW" noProof="1"/>
              <a:t>text styles</a:t>
            </a:r>
          </a:p>
          <a:p>
            <a:pPr lvl="1"/>
            <a:r>
              <a:rPr lang="en-CA" altLang="zh-TW" noProof="1"/>
              <a:t>Second level</a:t>
            </a:r>
          </a:p>
          <a:p>
            <a:pPr lvl="2"/>
            <a:r>
              <a:rPr lang="en-CA" altLang="zh-TW" noProof="1"/>
              <a:t>Third level</a:t>
            </a:r>
            <a:endParaRPr lang="en-CA" altLang="zh-CN"/>
          </a:p>
          <a:p>
            <a:pPr lvl="3"/>
            <a:r>
              <a:rPr lang="en-CA" altLang="zh-CN"/>
              <a:t>Fourth level</a:t>
            </a:r>
            <a:endParaRPr lang="en-CA" altLang="zh-TW" noProof="1"/>
          </a:p>
        </p:txBody>
      </p:sp>
      <p:sp>
        <p:nvSpPr>
          <p:cNvPr id="23" name="投影片編號版面配置區 3"/>
          <p:cNvSpPr>
            <a:spLocks noGrp="1"/>
          </p:cNvSpPr>
          <p:nvPr>
            <p:ph type="sldNum" sz="quarter" idx="4"/>
          </p:nvPr>
        </p:nvSpPr>
        <p:spPr bwMode="auto">
          <a:xfrm>
            <a:off x="8739188" y="6453188"/>
            <a:ext cx="296862" cy="304800"/>
          </a:xfrm>
          <a:prstGeom prst="rect">
            <a:avLst/>
          </a:prstGeom>
        </p:spPr>
        <p:txBody>
          <a:bodyPr vert="horz" wrap="none" lIns="0" tIns="40320" rIns="0" bIns="40320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200" i="0" noProof="1">
                <a:solidFill>
                  <a:schemeClr val="tx2"/>
                </a:solidFill>
                <a:latin typeface="Arial" panose="020B0604020202020204" pitchFamily="34" charset="0"/>
                <a:ea typeface="華康中黑體" pitchFamily="49" charset="-12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C23DE84-5420-43ED-B9BE-C7FB0C7016D0}" type="slidenum">
              <a:rPr kumimoji="1" lang="en-US" altLang="zh-TW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zh-TW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28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hdr="0" ftr="0" dt="0"/>
  <p:txStyles>
    <p:titleStyle>
      <a:lvl1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2pPr>
      <a:lvl3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3pPr>
      <a:lvl4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4pPr>
      <a:lvl5pPr algn="l" defTabSz="800100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5pPr>
      <a:lvl6pPr marL="457200" algn="l" defTabSz="800100" rtl="0" fontAlgn="base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6pPr>
      <a:lvl7pPr marL="914400" algn="l" defTabSz="800100" rtl="0" fontAlgn="base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7pPr>
      <a:lvl8pPr marL="1371600" algn="l" defTabSz="800100" rtl="0" fontAlgn="base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8pPr>
      <a:lvl9pPr marL="1828800" algn="l" defTabSz="800100" rtl="0" fontAlgn="base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rebuchet MS" pitchFamily="34" charset="0"/>
          <a:ea typeface="標楷體" pitchFamily="65" charset="-120"/>
        </a:defRPr>
      </a:lvl9pPr>
    </p:titleStyle>
    <p:bodyStyle>
      <a:lvl1pPr marL="246063" indent="-246063" algn="l" defTabSz="892175" rtl="0" eaLnBrk="0" fontAlgn="base" hangingPunct="0">
        <a:spcBef>
          <a:spcPct val="40000"/>
        </a:spcBef>
        <a:spcAft>
          <a:spcPct val="0"/>
        </a:spcAft>
        <a:buClr>
          <a:schemeClr val="tx1"/>
        </a:buClr>
        <a:buFont typeface="Verdana" pitchFamily="34" charset="0"/>
        <a:buChar char="•"/>
        <a:defRPr kumimoji="1" sz="2200" b="1">
          <a:solidFill>
            <a:schemeClr val="tx1"/>
          </a:solidFill>
          <a:latin typeface="+mn-lt"/>
          <a:ea typeface="+mn-ea"/>
          <a:cs typeface="+mn-cs"/>
        </a:defRPr>
      </a:lvl1pPr>
      <a:lvl2pPr marL="522288" indent="-107950" algn="l" defTabSz="8921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-"/>
        <a:defRPr kumimoji="1" sz="2000" b="1">
          <a:solidFill>
            <a:schemeClr val="tx1"/>
          </a:solidFill>
          <a:latin typeface="+mn-lt"/>
          <a:ea typeface="+mn-ea"/>
        </a:defRPr>
      </a:lvl2pPr>
      <a:lvl3pPr marL="957263" indent="-260350" algn="l" defTabSz="8921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arlett" pitchFamily="2" charset="2"/>
        <a:buChar char="8"/>
        <a:defRPr kumimoji="1" b="1">
          <a:solidFill>
            <a:schemeClr val="tx1"/>
          </a:solidFill>
          <a:latin typeface="+mn-lt"/>
          <a:ea typeface="+mn-ea"/>
        </a:defRPr>
      </a:lvl3pPr>
      <a:lvl4pPr marL="1317625" indent="-187325" algn="l" defTabSz="892175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-"/>
        <a:defRPr kumimoji="1" b="1">
          <a:solidFill>
            <a:schemeClr val="tx1"/>
          </a:solidFill>
          <a:latin typeface="+mn-lt"/>
          <a:ea typeface="+mn-ea"/>
        </a:defRPr>
      </a:lvl4pPr>
      <a:lvl5pPr marL="1962150" indent="-307975" algn="l" defTabSz="892175" rtl="0" eaLnBrk="0" fontAlgn="base" hangingPunct="0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5pPr>
      <a:lvl6pPr marL="2419350" indent="-307975" algn="l" defTabSz="892175" rtl="0" fontAlgn="base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6pPr>
      <a:lvl7pPr marL="2876550" indent="-307975" algn="l" defTabSz="892175" rtl="0" fontAlgn="base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7pPr>
      <a:lvl8pPr marL="3333750" indent="-307975" algn="l" defTabSz="892175" rtl="0" fontAlgn="base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8pPr>
      <a:lvl9pPr marL="3790950" indent="-307975" algn="l" defTabSz="892175" rtl="0" fontAlgn="base">
        <a:spcBef>
          <a:spcPct val="0"/>
        </a:spcBef>
        <a:spcAft>
          <a:spcPct val="0"/>
        </a:spcAft>
        <a:buClr>
          <a:srgbClr val="FFFF66"/>
        </a:buClr>
        <a:buFont typeface="Marlett" pitchFamily="2" charset="2"/>
        <a:buChar char="8"/>
        <a:defRPr kumimoji="1" sz="2200">
          <a:solidFill>
            <a:schemeClr val="bg1"/>
          </a:solidFill>
          <a:latin typeface="Verdana" pitchFamily="34" charset="0"/>
          <a:ea typeface="新細明體" pitchFamily="18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463550" y="204788"/>
            <a:ext cx="8143875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9" rIns="91418" bIns="457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3550" y="1108075"/>
            <a:ext cx="8143875" cy="484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9" rIns="91418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</p:txBody>
      </p:sp>
      <p:grpSp>
        <p:nvGrpSpPr>
          <p:cNvPr id="1028" name="Group 2"/>
          <p:cNvGrpSpPr>
            <a:grpSpLocks/>
          </p:cNvGrpSpPr>
          <p:nvPr userDrawn="1"/>
        </p:nvGrpSpPr>
        <p:grpSpPr bwMode="auto">
          <a:xfrm>
            <a:off x="0" y="6072188"/>
            <a:ext cx="9144000" cy="785812"/>
            <a:chOff x="0" y="4459"/>
            <a:chExt cx="6597" cy="484"/>
          </a:xfrm>
        </p:grpSpPr>
        <p:sp>
          <p:nvSpPr>
            <p:cNvPr id="1032" name="Rectangle 3"/>
            <p:cNvSpPr>
              <a:spLocks noChangeArrowheads="1"/>
            </p:cNvSpPr>
            <p:nvPr userDrawn="1"/>
          </p:nvSpPr>
          <p:spPr bwMode="auto">
            <a:xfrm>
              <a:off x="0" y="4459"/>
              <a:ext cx="6597" cy="484"/>
            </a:xfrm>
            <a:prstGeom prst="rect">
              <a:avLst/>
            </a:prstGeom>
            <a:solidFill>
              <a:srgbClr val="4C9C9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1pPr>
              <a:lvl2pPr marL="742950" indent="-28575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2pPr>
              <a:lvl3pPr marL="11430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3pPr>
              <a:lvl4pPr marL="16002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4pPr>
              <a:lvl5pPr marL="20574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5pPr>
              <a:lvl6pPr marL="25146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6pPr>
              <a:lvl7pPr marL="29718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7pPr>
              <a:lvl8pPr marL="34290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8pPr>
              <a:lvl9pPr marL="38862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0" lang="zh-TW" altLang="en-US" b="1">
                <a:solidFill>
                  <a:srgbClr val="000000"/>
                </a:solidFill>
                <a:latin typeface="Arial" pitchFamily="34" charset="0"/>
                <a:ea typeface="標楷體" pitchFamily="65" charset="-12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auto">
            <a:xfrm>
              <a:off x="5824" y="4459"/>
              <a:ext cx="773" cy="484"/>
            </a:xfrm>
            <a:prstGeom prst="rect">
              <a:avLst/>
            </a:prstGeom>
            <a:solidFill>
              <a:srgbClr val="73B1A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1pPr>
              <a:lvl2pPr marL="742950" indent="-28575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2pPr>
              <a:lvl3pPr marL="11430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3pPr>
              <a:lvl4pPr marL="16002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4pPr>
              <a:lvl5pPr marL="20574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5pPr>
              <a:lvl6pPr marL="25146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6pPr>
              <a:lvl7pPr marL="29718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7pPr>
              <a:lvl8pPr marL="34290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8pPr>
              <a:lvl9pPr marL="38862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0" lang="zh-TW" altLang="en-US" b="1">
                <a:solidFill>
                  <a:srgbClr val="000000"/>
                </a:solidFill>
                <a:latin typeface="Arial" pitchFamily="34" charset="0"/>
                <a:ea typeface="標楷體" pitchFamily="65" charset="-120"/>
              </a:endParaRPr>
            </a:p>
          </p:txBody>
        </p:sp>
        <p:sp>
          <p:nvSpPr>
            <p:cNvPr id="1034" name="Rectangle 5"/>
            <p:cNvSpPr>
              <a:spLocks noChangeArrowheads="1"/>
            </p:cNvSpPr>
            <p:nvPr userDrawn="1"/>
          </p:nvSpPr>
          <p:spPr bwMode="auto">
            <a:xfrm>
              <a:off x="0" y="4459"/>
              <a:ext cx="6597" cy="174"/>
            </a:xfrm>
            <a:prstGeom prst="rect">
              <a:avLst/>
            </a:prstGeom>
            <a:solidFill>
              <a:srgbClr val="80B8B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1pPr>
              <a:lvl2pPr marL="742950" indent="-28575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2pPr>
              <a:lvl3pPr marL="11430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3pPr>
              <a:lvl4pPr marL="16002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4pPr>
              <a:lvl5pPr marL="20574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5pPr>
              <a:lvl6pPr marL="25146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6pPr>
              <a:lvl7pPr marL="29718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7pPr>
              <a:lvl8pPr marL="34290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8pPr>
              <a:lvl9pPr marL="38862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0" lang="zh-TW" altLang="en-US" b="1">
                <a:solidFill>
                  <a:srgbClr val="000000"/>
                </a:solidFill>
                <a:latin typeface="Arial" pitchFamily="34" charset="0"/>
                <a:ea typeface="標楷體" pitchFamily="65" charset="-120"/>
              </a:endParaRPr>
            </a:p>
          </p:txBody>
        </p:sp>
        <p:sp>
          <p:nvSpPr>
            <p:cNvPr id="1035" name="Rectangle 6"/>
            <p:cNvSpPr>
              <a:spLocks noChangeArrowheads="1"/>
            </p:cNvSpPr>
            <p:nvPr userDrawn="1"/>
          </p:nvSpPr>
          <p:spPr bwMode="auto">
            <a:xfrm>
              <a:off x="5824" y="4459"/>
              <a:ext cx="773" cy="174"/>
            </a:xfrm>
            <a:prstGeom prst="rect">
              <a:avLst/>
            </a:prstGeom>
            <a:solidFill>
              <a:srgbClr val="99C6C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1pPr>
              <a:lvl2pPr marL="742950" indent="-28575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2pPr>
              <a:lvl3pPr marL="11430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3pPr>
              <a:lvl4pPr marL="16002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4pPr>
              <a:lvl5pPr marL="2057400" indent="-228600" defTabSz="1011238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5pPr>
              <a:lvl6pPr marL="25146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6pPr>
              <a:lvl7pPr marL="29718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7pPr>
              <a:lvl8pPr marL="34290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8pPr>
              <a:lvl9pPr marL="3886200" indent="-228600" defTabSz="10112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pitchFamily="18" charset="-12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0" lang="zh-TW" altLang="en-US" b="1">
                <a:solidFill>
                  <a:srgbClr val="000000"/>
                </a:solidFill>
                <a:latin typeface="Arial" pitchFamily="34" charset="0"/>
                <a:ea typeface="標楷體" pitchFamily="65" charset="-120"/>
              </a:endParaRPr>
            </a:p>
          </p:txBody>
        </p:sp>
      </p:grpSp>
      <p:sp>
        <p:nvSpPr>
          <p:cNvPr id="1029" name="Text Box 8"/>
          <p:cNvSpPr txBox="1">
            <a:spLocks noChangeArrowheads="1"/>
          </p:cNvSpPr>
          <p:nvPr userDrawn="1"/>
        </p:nvSpPr>
        <p:spPr bwMode="auto">
          <a:xfrm>
            <a:off x="3724275" y="6353175"/>
            <a:ext cx="1593850" cy="23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3028" tIns="41507" rIns="83028" bIns="41507" anchor="ctr">
            <a:spAutoFit/>
          </a:bodyPr>
          <a:lstStyle>
            <a:lvl1pPr defTabSz="1011238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defTabSz="1011238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defTabSz="1011238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defTabSz="1011238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defTabSz="1011238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defTabSz="101123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defTabSz="101123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defTabSz="101123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defTabSz="101123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0" lang="zh-TW" altLang="en-US" sz="1000">
                <a:solidFill>
                  <a:srgbClr val="FFFFFF"/>
                </a:solidFill>
                <a:ea typeface="華康中黑體"/>
              </a:rPr>
              <a:t>機密文件/</a:t>
            </a:r>
            <a:r>
              <a:rPr kumimoji="0" lang="en-US" altLang="zh-TW" sz="1000">
                <a:solidFill>
                  <a:srgbClr val="FFFFFF"/>
                </a:solidFill>
                <a:ea typeface="華康中黑體"/>
              </a:rPr>
              <a:t>Confidential</a:t>
            </a:r>
          </a:p>
        </p:txBody>
      </p:sp>
      <p:sp>
        <p:nvSpPr>
          <p:cNvPr id="1030" name="Rectangle 12"/>
          <p:cNvSpPr>
            <a:spLocks noChangeArrowheads="1"/>
          </p:cNvSpPr>
          <p:nvPr userDrawn="1"/>
        </p:nvSpPr>
        <p:spPr bwMode="auto">
          <a:xfrm>
            <a:off x="454025" y="6396038"/>
            <a:ext cx="1052513" cy="15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8587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128587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128587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128587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1285875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12858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12858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12858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12858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0" lang="en-GB" altLang="zh-TW" sz="1000">
                <a:solidFill>
                  <a:srgbClr val="FFFFFF"/>
                </a:solidFill>
                <a:latin typeface="Arial" pitchFamily="34" charset="0"/>
                <a:ea typeface="標楷體" pitchFamily="65" charset="-120"/>
              </a:rPr>
              <a:t>© CTBC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4"/>
          </p:nvPr>
        </p:nvSpPr>
        <p:spPr>
          <a:xfrm>
            <a:off x="6553200" y="6353175"/>
            <a:ext cx="2133600" cy="236538"/>
          </a:xfrm>
          <a:prstGeom prst="rect">
            <a:avLst/>
          </a:prstGeom>
        </p:spPr>
        <p:txBody>
          <a:bodyPr vert="horz" wrap="square" lIns="82396" tIns="41198" rIns="82396" bIns="4119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rgbClr val="FFFFFF"/>
                </a:solidFill>
                <a:ea typeface="華康中黑體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2E5F06-5C49-4E3D-A118-DBAE8489A52D}" type="slidenum">
              <a:rPr kumimoji="1" lang="zh-TW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zh-TW" altLang="en-US"/>
          </a:p>
        </p:txBody>
      </p:sp>
      <p:sp>
        <p:nvSpPr>
          <p:cNvPr id="12" name="Rectangle 11"/>
          <p:cNvSpPr>
            <a:spLocks noChangeArrowheads="1"/>
          </p:cNvSpPr>
          <p:nvPr userDrawn="1"/>
        </p:nvSpPr>
        <p:spPr bwMode="auto">
          <a:xfrm>
            <a:off x="8509000" y="6478588"/>
            <a:ext cx="531813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931780D-806C-467A-9B33-8FFC113A3606}" type="slidenum">
              <a:rPr kumimoji="0" lang="en-US" altLang="zh-TW" sz="1000" smtClean="0">
                <a:solidFill>
                  <a:srgbClr val="000000"/>
                </a:solidFill>
                <a:ea typeface="華康中黑體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0" lang="en-US" altLang="zh-TW" sz="1000" dirty="0">
              <a:solidFill>
                <a:srgbClr val="000000"/>
              </a:solidFill>
              <a:ea typeface="華康中黑體"/>
            </a:endParaRPr>
          </a:p>
        </p:txBody>
      </p:sp>
    </p:spTree>
    <p:extLst>
      <p:ext uri="{BB962C8B-B14F-4D97-AF65-F5344CB8AC3E}">
        <p14:creationId xmlns:p14="http://schemas.microsoft.com/office/powerpoint/2010/main" val="139989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</p:sldLayoutIdLst>
  <p:hf hdr="0" ftr="0" dt="0"/>
  <p:txStyles>
    <p:titleStyle>
      <a:lvl1pPr algn="l" defTabSz="911225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+mj-lt"/>
          <a:ea typeface="+mj-ea"/>
          <a:cs typeface="+mj-cs"/>
        </a:defRPr>
      </a:lvl1pPr>
      <a:lvl2pPr algn="l" defTabSz="911225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標楷體" pitchFamily="65" charset="-120"/>
          <a:cs typeface="華康中黑體"/>
        </a:defRPr>
      </a:lvl2pPr>
      <a:lvl3pPr algn="l" defTabSz="911225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標楷體" pitchFamily="65" charset="-120"/>
          <a:cs typeface="華康中黑體"/>
        </a:defRPr>
      </a:lvl3pPr>
      <a:lvl4pPr algn="l" defTabSz="911225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標楷體" pitchFamily="65" charset="-120"/>
          <a:cs typeface="華康中黑體"/>
        </a:defRPr>
      </a:lvl4pPr>
      <a:lvl5pPr algn="l" defTabSz="911225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標楷體" pitchFamily="65" charset="-120"/>
          <a:cs typeface="華康中黑體"/>
        </a:defRPr>
      </a:lvl5pPr>
      <a:lvl6pPr marL="411980" algn="l" defTabSz="914081" rtl="0" fontAlgn="base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6pPr>
      <a:lvl7pPr marL="823959" algn="l" defTabSz="914081" rtl="0" fontAlgn="base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7pPr>
      <a:lvl8pPr marL="1235939" algn="l" defTabSz="914081" rtl="0" fontAlgn="base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8pPr>
      <a:lvl9pPr marL="1647920" algn="l" defTabSz="914081" rtl="0" fontAlgn="base">
        <a:spcBef>
          <a:spcPct val="0"/>
        </a:spcBef>
        <a:spcAft>
          <a:spcPct val="0"/>
        </a:spcAft>
        <a:defRPr kumimoji="1" sz="3000" b="1">
          <a:solidFill>
            <a:srgbClr val="01544C"/>
          </a:solidFill>
          <a:latin typeface="Arial" pitchFamily="34" charset="0"/>
          <a:ea typeface="華康中黑體"/>
          <a:cs typeface="華康中黑體"/>
        </a:defRPr>
      </a:lvl9pPr>
    </p:titleStyle>
    <p:bodyStyle>
      <a:lvl1pPr marL="341313" indent="-341313" algn="l" defTabSz="911225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1225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1225" rtl="0" eaLnBrk="0" fontAlgn="base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597025" indent="-225425" algn="l" defTabSz="911225" rtl="0" eaLnBrk="0" fontAlgn="base" hangingPunct="0">
        <a:spcBef>
          <a:spcPct val="20000"/>
        </a:spcBef>
        <a:spcAft>
          <a:spcPct val="0"/>
        </a:spcAft>
        <a:defRPr kumimoji="1" sz="1400">
          <a:solidFill>
            <a:schemeClr val="tx1"/>
          </a:solidFill>
          <a:latin typeface="Times New Roman" pitchFamily="18" charset="0"/>
          <a:ea typeface="+mn-ea"/>
          <a:cs typeface="+mn-cs"/>
        </a:defRPr>
      </a:lvl4pPr>
      <a:lvl5pPr marL="2054225" indent="-227013" algn="l" defTabSz="911225" rtl="0" eaLnBrk="0" fontAlgn="base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5pPr>
      <a:lvl6pPr marL="2469019" indent="-228878" algn="l" defTabSz="914081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6pPr>
      <a:lvl7pPr marL="2880998" indent="-228878" algn="l" defTabSz="914081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7pPr>
      <a:lvl8pPr marL="3292978" indent="-228878" algn="l" defTabSz="914081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8pPr>
      <a:lvl9pPr marL="3704957" indent="-228878" algn="l" defTabSz="914081" rtl="0" fontAlgn="base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Times New Roman" pitchFamily="18" charset="0"/>
          <a:ea typeface="+mn-ea"/>
          <a:cs typeface="+mn-cs"/>
        </a:defRPr>
      </a:lvl9pPr>
    </p:bodyStyle>
    <p:otherStyle>
      <a:defPPr>
        <a:defRPr lang="zh-TW"/>
      </a:defPPr>
      <a:lvl1pPr marL="0" algn="l" defTabSz="82395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1980" algn="l" defTabSz="82395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3959" algn="l" defTabSz="82395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5939" algn="l" defTabSz="82395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7920" algn="l" defTabSz="82395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9899" algn="l" defTabSz="82395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71879" algn="l" defTabSz="82395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83858" algn="l" defTabSz="82395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95838" algn="l" defTabSz="82395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8" descr="內頁Banner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" y="6507452"/>
            <a:ext cx="9146931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170" y="6524914"/>
            <a:ext cx="5832231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defTabSz="685817" eaLnBrk="1" hangingPunct="1">
              <a:defRPr sz="600" b="0" i="0">
                <a:solidFill>
                  <a:prstClr val="white"/>
                </a:solidFill>
                <a:latin typeface="Arial" panose="020B0604020202020204" pitchFamily="34" charset="0"/>
                <a:ea typeface="超世紀中黑體" pitchFamily="2" charset="-120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8854" y="6624638"/>
            <a:ext cx="2133600" cy="23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defTabSz="685817" eaLnBrk="1" hangingPunct="1">
              <a:defRPr sz="600">
                <a:solidFill>
                  <a:srgbClr val="FFFFFF"/>
                </a:solidFill>
                <a:latin typeface="超世紀中黑體"/>
                <a:ea typeface="超世紀中黑體"/>
                <a:cs typeface="超世紀中黑體"/>
              </a:defRPr>
            </a:lvl1pPr>
          </a:lstStyle>
          <a:p>
            <a:pPr>
              <a:defRPr/>
            </a:pPr>
            <a:r>
              <a:rPr lang="zh-TW" altLang="en-US"/>
              <a:t>第</a:t>
            </a:r>
            <a:fld id="{877C1A25-F2D9-4BC0-93E3-7EA105C15831}" type="slidenum">
              <a:rPr lang="zh-TW" altLang="en-US"/>
              <a:t>‹#›</a:t>
            </a:fld>
            <a:r>
              <a:rPr lang="zh-TW" altLang="en-US"/>
              <a:t>頁 </a:t>
            </a:r>
            <a:r>
              <a:rPr lang="en-US" altLang="zh-TW"/>
              <a:t>/ </a:t>
            </a:r>
            <a:r>
              <a:rPr lang="zh-TW" altLang="en-US"/>
              <a:t>共</a:t>
            </a:r>
            <a:r>
              <a:rPr lang="en-US" altLang="zh-TW"/>
              <a:t>26</a:t>
            </a:r>
            <a:r>
              <a:rPr lang="zh-TW" altLang="en-US"/>
              <a:t>頁</a:t>
            </a:r>
          </a:p>
        </p:txBody>
      </p:sp>
    </p:spTree>
    <p:extLst>
      <p:ext uri="{BB962C8B-B14F-4D97-AF65-F5344CB8AC3E}">
        <p14:creationId xmlns:p14="http://schemas.microsoft.com/office/powerpoint/2010/main" val="143243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panose="020B0604020202020204" pitchFamily="34" charset="0"/>
        </a:defRPr>
      </a:lvl5pPr>
      <a:lvl6pPr marL="342909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panose="020B0604020202020204" pitchFamily="34" charset="0"/>
        </a:defRPr>
      </a:lvl6pPr>
      <a:lvl7pPr marL="685817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panose="020B0604020202020204" pitchFamily="34" charset="0"/>
        </a:defRPr>
      </a:lvl7pPr>
      <a:lvl8pPr marL="1028726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panose="020B0604020202020204" pitchFamily="34" charset="0"/>
        </a:defRPr>
      </a:lvl8pPr>
      <a:lvl9pPr marL="1371634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81" indent="-257181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27" indent="-214318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</a:defRPr>
      </a:lvl2pPr>
      <a:lvl3pPr marL="857272" indent="-171455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</a:defRPr>
      </a:lvl3pPr>
      <a:lvl4pPr marL="1200180" indent="-171455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</a:defRPr>
      </a:lvl4pPr>
      <a:lvl5pPr marL="1543089" indent="-171455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</a:defRPr>
      </a:lvl5pPr>
      <a:lvl6pPr marL="1885998" indent="-171455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</a:defRPr>
      </a:lvl6pPr>
      <a:lvl7pPr marL="2228906" indent="-171455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</a:defRPr>
      </a:lvl7pPr>
      <a:lvl8pPr marL="2571815" indent="-171455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</a:defRPr>
      </a:lvl8pPr>
      <a:lvl9pPr marL="2914723" indent="-171455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61851" y="2144539"/>
            <a:ext cx="7772400" cy="1549573"/>
          </a:xfrm>
        </p:spPr>
        <p:txBody>
          <a:bodyPr/>
          <a:lstStyle/>
          <a:p>
            <a:pPr>
              <a:lnSpc>
                <a:spcPts val="5200"/>
              </a:lnSpc>
            </a:pPr>
            <a:r>
              <a:rPr lang="zh-TW" altLang="en-US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現行</a:t>
            </a: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CWP</a:t>
            </a:r>
            <a:r>
              <a:rPr lang="zh-TW" altLang="en-US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整體架構</a:t>
            </a:r>
            <a:b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altLang="zh-TW" sz="3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7217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ED2743C-1605-A394-C9DB-A6C70DC7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859948-2D95-855D-3905-0057E509B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58E2CB2-78CB-04F2-8A45-76EE9799D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67" y="86264"/>
            <a:ext cx="7933162" cy="622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023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1"/>
  <p:tag name="MULTI-LINE" val="false"/>
  <p:tag name="TEXT" val="Action Title:"/>
  <p:tag name="FILL" val="true"/>
  <p:tag name="OPTIONAL" val="false"/>
  <p:tag name="NAME" val="Title1"/>
  <p:tag name="HEIGHT" val="1"/>
  <p:tag name="INDENTED" val="false"/>
  <p:tag name="CAPTION HEIGHT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3"/>
  <p:tag name="MULTI-LINE" val="true"/>
  <p:tag name="TEXT" val="&amp;Notes and Sources:"/>
  <p:tag name="FILL" val="false"/>
  <p:tag name="OPTIONAL" val="true"/>
  <p:tag name="NAME" val="Notes"/>
  <p:tag name="HEIGHT" val="5"/>
  <p:tag name="INDENTED" val="false"/>
  <p:tag name="CAPTION HEIGHT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IiAC79DvUy3nEOAGYnCo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3"/>
  <p:tag name="MULTI-LINE" val="true"/>
  <p:tag name="TEXT" val="&amp;Notes and Sources:"/>
  <p:tag name="FILL" val="false"/>
  <p:tag name="OPTIONAL" val="true"/>
  <p:tag name="NAME" val="Notes"/>
  <p:tag name="HEIGHT" val="5"/>
  <p:tag name="INDENTED" val="false"/>
  <p:tag name="CAPTION HEIGHT" val="2"/>
  <p:tag name="THINKCELLSHAPEDONOTDELETE" val="pyl3eSn18e0eNjtNV3dr7d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Lb1Kt3Z0KXsWwQvbJ.X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94.oxmW4UGdkTbFSwUSS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xkv7ANj.EGke5RVpoVVW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8NJ73fvAk2wt9k5NIw0G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92UHqf1wEGU_6Mo0tUnl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wfQ5Now9E2rbxmRCvKNo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8uAlrKEp0af941DK8gX_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7_A4yBl20SyGTYAsB6JE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1mm2YT30CY_J8V1hEhi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FhrnFSYGkGZuPlAQmr2Q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xs05O67M0mAWeS2dgiEw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b1TyocF0aDv4I1uC9iE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._3g3BAk6706hvjoQWw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K.QsZNnE020c4wpPDT4s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h.IUIjwhEKe9iTmp10D5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gDbiQXJC0apMngD4qJtt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QIOXTtiOUCvlYztlJTn5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3"/>
  <p:tag name="MULTI-LINE" val="true"/>
  <p:tag name="TEXT" val="&amp;Notes and Sources:"/>
  <p:tag name="FILL" val="false"/>
  <p:tag name="OPTIONAL" val="true"/>
  <p:tag name="NAME" val="Notes"/>
  <p:tag name="HEIGHT" val="5"/>
  <p:tag name="INDENTED" val="false"/>
  <p:tag name="CAPTION HEIGHT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1"/>
  <p:tag name="MULTI-LINE" val="false"/>
  <p:tag name="TEXT" val="Action Title:"/>
  <p:tag name="FILL" val="true"/>
  <p:tag name="OPTIONAL" val="false"/>
  <p:tag name="NAME" val="Title1"/>
  <p:tag name="HEIGHT" val="1"/>
  <p:tag name="INDENTED" val="false"/>
  <p:tag name="CAPTION HEIGHT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1"/>
  <p:tag name="MULTI-LINE" val="false"/>
  <p:tag name="TEXT" val="Action Title:"/>
  <p:tag name="FILL" val="true"/>
  <p:tag name="OPTIONAL" val="false"/>
  <p:tag name="NAME" val="Title1"/>
  <p:tag name="HEIGHT" val="1"/>
  <p:tag name="INDENTED" val="false"/>
  <p:tag name="CAPTION HEIGHT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3"/>
  <p:tag name="MULTI-LINE" val="true"/>
  <p:tag name="TEXT" val="&amp;Notes and Sources:"/>
  <p:tag name="FILL" val="false"/>
  <p:tag name="OPTIONAL" val="true"/>
  <p:tag name="NAME" val="Notes"/>
  <p:tag name="HEIGHT" val="5"/>
  <p:tag name="INDENTED" val="false"/>
  <p:tag name="CAPTION HEIGHT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IiAC79DvUy3nEOAGYnC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3"/>
  <p:tag name="MULTI-LINE" val="true"/>
  <p:tag name="TEXT" val="&amp;Notes and Sources:"/>
  <p:tag name="FILL" val="false"/>
  <p:tag name="OPTIONAL" val="true"/>
  <p:tag name="NAME" val="Notes"/>
  <p:tag name="HEIGHT" val="5"/>
  <p:tag name="INDENTED" val="false"/>
  <p:tag name="CAPTION HEIGHT" val="2"/>
  <p:tag name="THINKCELLSHAPEDONOTDELETE" val="pyl3eSn18e0eNjtNV3dr7d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Lb1Kt3Z0KXsWwQvbJ.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94.oxmW4UGdkTbFSwUSS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xkv7ANj.EGke5RVpoVVW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8NJ73fvAk2wt9k5NIw0G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92UHqf1wEGU_6Mo0tUnl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wfQ5Now9E2rbxmRCvKNo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8uAlrKEp0af941DK8gX_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7_A4yBl20SyGTYAsB6JE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1mm2YT30CY_J8V1hEhi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FhrnFSYGkGZuPlAQmr2Q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xs05O67M0mAWeS2dgiEw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3"/>
  <p:tag name="MULTI-LINE" val="true"/>
  <p:tag name="TEXT" val="&amp;Notes and Sources:"/>
  <p:tag name="FILL" val="false"/>
  <p:tag name="OPTIONAL" val="true"/>
  <p:tag name="NAME" val="Notes"/>
  <p:tag name="HEIGHT" val="5"/>
  <p:tag name="INDENTED" val="false"/>
  <p:tag name="CAPTION HEIGHT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1"/>
  <p:tag name="MULTI-LINE" val="false"/>
  <p:tag name="TEXT" val="Action Title:"/>
  <p:tag name="FILL" val="true"/>
  <p:tag name="OPTIONAL" val="false"/>
  <p:tag name="NAME" val="Title1"/>
  <p:tag name="HEIGHT" val="1"/>
  <p:tag name="INDENTED" val="false"/>
  <p:tag name="CAPTION HE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3"/>
  <p:tag name="MULTI-LINE" val="true"/>
  <p:tag name="TEXT" val="&amp;Notes and Sources:"/>
  <p:tag name="FILL" val="false"/>
  <p:tag name="OPTIONAL" val="true"/>
  <p:tag name="NAME" val="Notes"/>
  <p:tag name="HEIGHT" val="5"/>
  <p:tag name="INDENTED" val="false"/>
  <p:tag name="CAPTION HE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DER" val="1"/>
  <p:tag name="MULTI-LINE" val="false"/>
  <p:tag name="TEXT" val="Action Title:"/>
  <p:tag name="FILL" val="true"/>
  <p:tag name="OPTIONAL" val="false"/>
  <p:tag name="NAME" val="Title1"/>
  <p:tag name="HEIGHT" val="1"/>
  <p:tag name="INDENTED" val="false"/>
  <p:tag name="CAPTION HEIGHT" val="2"/>
</p:tagLst>
</file>

<file path=ppt/theme/theme1.xml><?xml version="1.0" encoding="utf-8"?>
<a:theme xmlns:a="http://schemas.openxmlformats.org/drawingml/2006/main" name="佈景主題_台灣人壽">
  <a:themeElements>
    <a:clrScheme name="CT-KSG041(CN) 11">
      <a:dk1>
        <a:srgbClr val="000000"/>
      </a:dk1>
      <a:lt1>
        <a:srgbClr val="FFFFFF"/>
      </a:lt1>
      <a:dk2>
        <a:srgbClr val="000000"/>
      </a:dk2>
      <a:lt2>
        <a:srgbClr val="EAEAEA"/>
      </a:lt2>
      <a:accent1>
        <a:srgbClr val="CCE3E1"/>
      </a:accent1>
      <a:accent2>
        <a:srgbClr val="6AA83A"/>
      </a:accent2>
      <a:accent3>
        <a:srgbClr val="FFFFFF"/>
      </a:accent3>
      <a:accent4>
        <a:srgbClr val="000000"/>
      </a:accent4>
      <a:accent5>
        <a:srgbClr val="E2EFEE"/>
      </a:accent5>
      <a:accent6>
        <a:srgbClr val="5F9834"/>
      </a:accent6>
      <a:hlink>
        <a:srgbClr val="E60000"/>
      </a:hlink>
      <a:folHlink>
        <a:srgbClr val="007167"/>
      </a:folHlink>
    </a:clrScheme>
    <a:fontScheme name="White title page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6800" tIns="46800" rIns="468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6800" tIns="46800" rIns="468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华文细黑" pitchFamily="2" charset="-122"/>
          </a:defRPr>
        </a:defPPr>
      </a:lstStyle>
    </a:lnDef>
  </a:objectDefaults>
  <a:extraClrSchemeLst>
    <a:extraClrScheme>
      <a:clrScheme name="White title p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ite title p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8">
        <a:dk1>
          <a:srgbClr val="000000"/>
        </a:dk1>
        <a:lt1>
          <a:srgbClr val="B2B2B2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D5D5D5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T-KSG041(CN)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8">
        <a:dk1>
          <a:srgbClr val="000000"/>
        </a:dk1>
        <a:lt1>
          <a:srgbClr val="B2B2B2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D5D5D5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9">
        <a:dk1>
          <a:srgbClr val="000000"/>
        </a:dk1>
        <a:lt1>
          <a:srgbClr val="B2B2B2"/>
        </a:lt1>
        <a:dk2>
          <a:srgbClr val="007167"/>
        </a:dk2>
        <a:lt2>
          <a:srgbClr val="000000"/>
        </a:lt2>
        <a:accent1>
          <a:srgbClr val="CCE3E1"/>
        </a:accent1>
        <a:accent2>
          <a:srgbClr val="6AA83A"/>
        </a:accent2>
        <a:accent3>
          <a:srgbClr val="D5D5D5"/>
        </a:accent3>
        <a:accent4>
          <a:srgbClr val="000000"/>
        </a:accent4>
        <a:accent5>
          <a:srgbClr val="E2EFEE"/>
        </a:accent5>
        <a:accent6>
          <a:srgbClr val="5F9834"/>
        </a:accent6>
        <a:hlink>
          <a:srgbClr val="E60000"/>
        </a:hlink>
        <a:folHlink>
          <a:srgbClr val="00716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10">
        <a:dk1>
          <a:srgbClr val="000000"/>
        </a:dk1>
        <a:lt1>
          <a:srgbClr val="FFFFFF"/>
        </a:lt1>
        <a:dk2>
          <a:srgbClr val="007167"/>
        </a:dk2>
        <a:lt2>
          <a:srgbClr val="000000"/>
        </a:lt2>
        <a:accent1>
          <a:srgbClr val="CCE3E1"/>
        </a:accent1>
        <a:accent2>
          <a:srgbClr val="6AA83A"/>
        </a:accent2>
        <a:accent3>
          <a:srgbClr val="FFFFFF"/>
        </a:accent3>
        <a:accent4>
          <a:srgbClr val="000000"/>
        </a:accent4>
        <a:accent5>
          <a:srgbClr val="E2EFEE"/>
        </a:accent5>
        <a:accent6>
          <a:srgbClr val="5F9834"/>
        </a:accent6>
        <a:hlink>
          <a:srgbClr val="E60000"/>
        </a:hlink>
        <a:folHlink>
          <a:srgbClr val="00716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11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CCE3E1"/>
        </a:accent1>
        <a:accent2>
          <a:srgbClr val="6AA83A"/>
        </a:accent2>
        <a:accent3>
          <a:srgbClr val="FFFFFF"/>
        </a:accent3>
        <a:accent4>
          <a:srgbClr val="000000"/>
        </a:accent4>
        <a:accent5>
          <a:srgbClr val="E2EFEE"/>
        </a:accent5>
        <a:accent6>
          <a:srgbClr val="5F9834"/>
        </a:accent6>
        <a:hlink>
          <a:srgbClr val="E60000"/>
        </a:hlink>
        <a:folHlink>
          <a:srgbClr val="00716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_台灣人壽" id="{9BD9D68A-8101-4814-948D-BC5409E3B6DD}" vid="{96EC50D4-DCDE-4F7A-B6A9-9338E4D431D9}"/>
    </a:ext>
  </a:extLst>
</a:theme>
</file>

<file path=ppt/theme/theme2.xml><?xml version="1.0" encoding="utf-8"?>
<a:theme xmlns:a="http://schemas.openxmlformats.org/drawingml/2006/main" name="小倆口 大確幸_結婚成家專案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46800" rIns="46800" rtlCol="0" anchor="ctr">
        <a:spAutoFit/>
      </a:bodyPr>
      <a:lstStyle>
        <a:defPPr eaLnBrk="0" hangingPunct="0">
          <a:lnSpc>
            <a:spcPct val="150000"/>
          </a:lnSpc>
          <a:spcBef>
            <a:spcPts val="0"/>
          </a:spcBef>
          <a:defRPr kumimoji="0" sz="1600" b="1" dirty="0">
            <a:solidFill>
              <a:prstClr val="black"/>
            </a:solidFill>
            <a:latin typeface="微軟正黑體" pitchFamily="34" charset="-120"/>
            <a:ea typeface="微軟正黑體" pitchFamily="34" charset="-120"/>
            <a:cs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69_White title page">
  <a:themeElements>
    <a:clrScheme name="2_White title page 9">
      <a:dk1>
        <a:srgbClr val="000000"/>
      </a:dk1>
      <a:lt1>
        <a:srgbClr val="DDDDDD"/>
      </a:lt1>
      <a:dk2>
        <a:srgbClr val="FFFFFF"/>
      </a:dk2>
      <a:lt2>
        <a:srgbClr val="000000"/>
      </a:lt2>
      <a:accent1>
        <a:srgbClr val="99CCFF"/>
      </a:accent1>
      <a:accent2>
        <a:srgbClr val="FFE433"/>
      </a:accent2>
      <a:accent3>
        <a:srgbClr val="EBEBEB"/>
      </a:accent3>
      <a:accent4>
        <a:srgbClr val="000000"/>
      </a:accent4>
      <a:accent5>
        <a:srgbClr val="CAE2FF"/>
      </a:accent5>
      <a:accent6>
        <a:srgbClr val="E7CF2D"/>
      </a:accent6>
      <a:hlink>
        <a:srgbClr val="000000"/>
      </a:hlink>
      <a:folHlink>
        <a:srgbClr val="CC0000"/>
      </a:folHlink>
    </a:clrScheme>
    <a:fontScheme name="自訂 2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標楷體" pitchFamily="65" charset="-12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400" i="0" dirty="0" smtClean="0">
            <a:latin typeface="+mj-lt"/>
          </a:defRPr>
        </a:defPPr>
      </a:lstStyle>
    </a:txDef>
  </a:objectDefaults>
  <a:extraClrSchemeLst>
    <a:extraClrScheme>
      <a:clrScheme name="2_White title p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White title p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8">
        <a:dk1>
          <a:srgbClr val="000000"/>
        </a:dk1>
        <a:lt1>
          <a:srgbClr val="B2B2B2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D5D5D5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9">
        <a:dk1>
          <a:srgbClr val="000000"/>
        </a:dk1>
        <a:lt1>
          <a:srgbClr val="DDDDDD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EBEBEB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預設簡報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Arial"/>
        <a:ea typeface=""/>
        <a:cs typeface=""/>
      </a:majorFont>
      <a:minorFont>
        <a:latin typeface="標楷體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標楷體" pitchFamily="65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CT-KSG041(CN)">
  <a:themeElements>
    <a:clrScheme name="CT-KSG041(CN) 11">
      <a:dk1>
        <a:srgbClr val="000000"/>
      </a:dk1>
      <a:lt1>
        <a:srgbClr val="FFFFFF"/>
      </a:lt1>
      <a:dk2>
        <a:srgbClr val="000000"/>
      </a:dk2>
      <a:lt2>
        <a:srgbClr val="EAEAEA"/>
      </a:lt2>
      <a:accent1>
        <a:srgbClr val="CCE3E1"/>
      </a:accent1>
      <a:accent2>
        <a:srgbClr val="6AA83A"/>
      </a:accent2>
      <a:accent3>
        <a:srgbClr val="FFFFFF"/>
      </a:accent3>
      <a:accent4>
        <a:srgbClr val="000000"/>
      </a:accent4>
      <a:accent5>
        <a:srgbClr val="E2EFEE"/>
      </a:accent5>
      <a:accent6>
        <a:srgbClr val="5F9834"/>
      </a:accent6>
      <a:hlink>
        <a:srgbClr val="E60000"/>
      </a:hlink>
      <a:folHlink>
        <a:srgbClr val="007167"/>
      </a:folHlink>
    </a:clrScheme>
    <a:fontScheme name="White title page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6800" tIns="46800" rIns="468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6800" tIns="46800" rIns="468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华文细黑" pitchFamily="2" charset="-122"/>
          </a:defRPr>
        </a:defPPr>
      </a:lstStyle>
    </a:lnDef>
  </a:objectDefaults>
  <a:extraClrSchemeLst>
    <a:extraClrScheme>
      <a:clrScheme name="White title p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hite title p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hite title page 8">
        <a:dk1>
          <a:srgbClr val="000000"/>
        </a:dk1>
        <a:lt1>
          <a:srgbClr val="B2B2B2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D5D5D5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T-KSG041(CN)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8">
        <a:dk1>
          <a:srgbClr val="000000"/>
        </a:dk1>
        <a:lt1>
          <a:srgbClr val="B2B2B2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D5D5D5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9">
        <a:dk1>
          <a:srgbClr val="000000"/>
        </a:dk1>
        <a:lt1>
          <a:srgbClr val="B2B2B2"/>
        </a:lt1>
        <a:dk2>
          <a:srgbClr val="007167"/>
        </a:dk2>
        <a:lt2>
          <a:srgbClr val="000000"/>
        </a:lt2>
        <a:accent1>
          <a:srgbClr val="CCE3E1"/>
        </a:accent1>
        <a:accent2>
          <a:srgbClr val="6AA83A"/>
        </a:accent2>
        <a:accent3>
          <a:srgbClr val="D5D5D5"/>
        </a:accent3>
        <a:accent4>
          <a:srgbClr val="000000"/>
        </a:accent4>
        <a:accent5>
          <a:srgbClr val="E2EFEE"/>
        </a:accent5>
        <a:accent6>
          <a:srgbClr val="5F9834"/>
        </a:accent6>
        <a:hlink>
          <a:srgbClr val="E60000"/>
        </a:hlink>
        <a:folHlink>
          <a:srgbClr val="00716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10">
        <a:dk1>
          <a:srgbClr val="000000"/>
        </a:dk1>
        <a:lt1>
          <a:srgbClr val="FFFFFF"/>
        </a:lt1>
        <a:dk2>
          <a:srgbClr val="007167"/>
        </a:dk2>
        <a:lt2>
          <a:srgbClr val="000000"/>
        </a:lt2>
        <a:accent1>
          <a:srgbClr val="CCE3E1"/>
        </a:accent1>
        <a:accent2>
          <a:srgbClr val="6AA83A"/>
        </a:accent2>
        <a:accent3>
          <a:srgbClr val="FFFFFF"/>
        </a:accent3>
        <a:accent4>
          <a:srgbClr val="000000"/>
        </a:accent4>
        <a:accent5>
          <a:srgbClr val="E2EFEE"/>
        </a:accent5>
        <a:accent6>
          <a:srgbClr val="5F9834"/>
        </a:accent6>
        <a:hlink>
          <a:srgbClr val="E60000"/>
        </a:hlink>
        <a:folHlink>
          <a:srgbClr val="00716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T-KSG041(CN) 11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CCE3E1"/>
        </a:accent1>
        <a:accent2>
          <a:srgbClr val="6AA83A"/>
        </a:accent2>
        <a:accent3>
          <a:srgbClr val="FFFFFF"/>
        </a:accent3>
        <a:accent4>
          <a:srgbClr val="000000"/>
        </a:accent4>
        <a:accent5>
          <a:srgbClr val="E2EFEE"/>
        </a:accent5>
        <a:accent6>
          <a:srgbClr val="5F9834"/>
        </a:accent6>
        <a:hlink>
          <a:srgbClr val="E60000"/>
        </a:hlink>
        <a:folHlink>
          <a:srgbClr val="00716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預設簡報設計">
  <a:themeElements>
    <a:clrScheme name="預設簡報設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Arial"/>
        <a:ea typeface="華康中黑體"/>
        <a:cs typeface="華康中黑體"/>
      </a:majorFont>
      <a:minorFont>
        <a:latin typeface="Arial"/>
        <a:ea typeface="華康中黑體"/>
        <a:cs typeface="華康中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2_White title page">
  <a:themeElements>
    <a:clrScheme name="2_White title page 9">
      <a:dk1>
        <a:srgbClr val="000000"/>
      </a:dk1>
      <a:lt1>
        <a:srgbClr val="DDDDDD"/>
      </a:lt1>
      <a:dk2>
        <a:srgbClr val="FFFFFF"/>
      </a:dk2>
      <a:lt2>
        <a:srgbClr val="000000"/>
      </a:lt2>
      <a:accent1>
        <a:srgbClr val="99CCFF"/>
      </a:accent1>
      <a:accent2>
        <a:srgbClr val="FFE433"/>
      </a:accent2>
      <a:accent3>
        <a:srgbClr val="EBEBEB"/>
      </a:accent3>
      <a:accent4>
        <a:srgbClr val="000000"/>
      </a:accent4>
      <a:accent5>
        <a:srgbClr val="CAE2FF"/>
      </a:accent5>
      <a:accent6>
        <a:srgbClr val="E7CF2D"/>
      </a:accent6>
      <a:hlink>
        <a:srgbClr val="000000"/>
      </a:hlink>
      <a:folHlink>
        <a:srgbClr val="CC0000"/>
      </a:folHlink>
    </a:clrScheme>
    <a:fontScheme name="2_White title page">
      <a:majorFont>
        <a:latin typeface="Trebuchet MS"/>
        <a:ea typeface="標楷體"/>
        <a:cs typeface=""/>
      </a:majorFont>
      <a:minorFont>
        <a:latin typeface="Trebuchet MS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標楷體" pitchFamily="65" charset="-12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2_White title p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White title p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8">
        <a:dk1>
          <a:srgbClr val="000000"/>
        </a:dk1>
        <a:lt1>
          <a:srgbClr val="B2B2B2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D5D5D5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9">
        <a:dk1>
          <a:srgbClr val="000000"/>
        </a:dk1>
        <a:lt1>
          <a:srgbClr val="DDDDDD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EBEBEB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_White title page">
  <a:themeElements>
    <a:clrScheme name="2_White title page 9">
      <a:dk1>
        <a:srgbClr val="000000"/>
      </a:dk1>
      <a:lt1>
        <a:srgbClr val="DDDDDD"/>
      </a:lt1>
      <a:dk2>
        <a:srgbClr val="FFFFFF"/>
      </a:dk2>
      <a:lt2>
        <a:srgbClr val="000000"/>
      </a:lt2>
      <a:accent1>
        <a:srgbClr val="99CCFF"/>
      </a:accent1>
      <a:accent2>
        <a:srgbClr val="FFE433"/>
      </a:accent2>
      <a:accent3>
        <a:srgbClr val="EBEBEB"/>
      </a:accent3>
      <a:accent4>
        <a:srgbClr val="000000"/>
      </a:accent4>
      <a:accent5>
        <a:srgbClr val="CAE2FF"/>
      </a:accent5>
      <a:accent6>
        <a:srgbClr val="E7CF2D"/>
      </a:accent6>
      <a:hlink>
        <a:srgbClr val="000000"/>
      </a:hlink>
      <a:folHlink>
        <a:srgbClr val="CC0000"/>
      </a:folHlink>
    </a:clrScheme>
    <a:fontScheme name="自訂 1">
      <a:majorFont>
        <a:latin typeface="Arial"/>
        <a:ea typeface="標楷體"/>
        <a:cs typeface="華康中黑體"/>
      </a:majorFont>
      <a:minorFont>
        <a:latin typeface="Arial"/>
        <a:ea typeface="標楷體"/>
        <a:cs typeface="華康中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標楷體" pitchFamily="65" charset="-12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  <a:ln>
          <a:solidFill>
            <a:schemeClr val="accent1">
              <a:lumMod val="75000"/>
            </a:schemeClr>
          </a:solidFill>
        </a:ln>
      </a:spPr>
      <a:bodyPr wrap="square" rtlCol="0">
        <a:spAutoFit/>
      </a:bodyPr>
      <a:lstStyle>
        <a:defPPr>
          <a:defRPr sz="1600" dirty="0" smtClean="0"/>
        </a:defPPr>
      </a:lstStyle>
    </a:txDef>
  </a:objectDefaults>
  <a:extraClrSchemeLst>
    <a:extraClrScheme>
      <a:clrScheme name="2_White title pag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White title pag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8">
        <a:dk1>
          <a:srgbClr val="000000"/>
        </a:dk1>
        <a:lt1>
          <a:srgbClr val="B2B2B2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D5D5D5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White title page 9">
        <a:dk1>
          <a:srgbClr val="000000"/>
        </a:dk1>
        <a:lt1>
          <a:srgbClr val="DDDDDD"/>
        </a:lt1>
        <a:dk2>
          <a:srgbClr val="FFFFFF"/>
        </a:dk2>
        <a:lt2>
          <a:srgbClr val="000000"/>
        </a:lt2>
        <a:accent1>
          <a:srgbClr val="99CCFF"/>
        </a:accent1>
        <a:accent2>
          <a:srgbClr val="FFE433"/>
        </a:accent2>
        <a:accent3>
          <a:srgbClr val="EBEBEB"/>
        </a:accent3>
        <a:accent4>
          <a:srgbClr val="000000"/>
        </a:accent4>
        <a:accent5>
          <a:srgbClr val="CAE2FF"/>
        </a:accent5>
        <a:accent6>
          <a:srgbClr val="E7CF2D"/>
        </a:accent6>
        <a:hlink>
          <a:srgbClr val="0000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預設簡報設計">
  <a:themeElements>
    <a:clrScheme name="預設簡報設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自訂 8">
      <a:majorFont>
        <a:latin typeface="Arial"/>
        <a:ea typeface="標楷體"/>
        <a:cs typeface="華康中黑體"/>
      </a:majorFont>
      <a:minorFont>
        <a:latin typeface="Arial"/>
        <a:ea typeface="標楷體"/>
        <a:cs typeface="華康中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noAutofit/>
      </a:bodyPr>
      <a:lstStyle>
        <a:defPPr defTabSz="914222">
          <a:defRPr sz="1200" b="1" dirty="0" smtClean="0">
            <a:solidFill>
              <a:srgbClr val="C00000"/>
            </a:solidFill>
            <a:ea typeface="標楷體" pitchFamily="65" charset="-120"/>
            <a:cs typeface="Arial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6_預設簡報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Arial"/>
        <a:ea typeface=""/>
        <a:cs typeface=""/>
      </a:majorFont>
      <a:minorFont>
        <a:latin typeface="標楷體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2010601000101010101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2010601000101010101" pitchFamily="65" charset="-12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佈景主題_台灣人壽</Template>
  <TotalTime>26177</TotalTime>
  <Words>5</Words>
  <Application>Microsoft Office PowerPoint</Application>
  <PresentationFormat>如螢幕大小 (4:3)</PresentationFormat>
  <Paragraphs>1</Paragraphs>
  <Slides>2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10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25" baseType="lpstr">
      <vt:lpstr>STXihei</vt:lpstr>
      <vt:lpstr>華康中明體</vt:lpstr>
      <vt:lpstr>超世紀中黑體</vt:lpstr>
      <vt:lpstr>微軟正黑體</vt:lpstr>
      <vt:lpstr>標楷體</vt:lpstr>
      <vt:lpstr>Arial</vt:lpstr>
      <vt:lpstr>Calibri</vt:lpstr>
      <vt:lpstr>Marlett</vt:lpstr>
      <vt:lpstr>Times New Roman</vt:lpstr>
      <vt:lpstr>Trebuchet MS</vt:lpstr>
      <vt:lpstr>Verdana</vt:lpstr>
      <vt:lpstr>Wingdings</vt:lpstr>
      <vt:lpstr>佈景主題_台灣人壽</vt:lpstr>
      <vt:lpstr>小倆口 大確幸_結婚成家專案</vt:lpstr>
      <vt:lpstr>69_White title page</vt:lpstr>
      <vt:lpstr>5_預設簡報設計</vt:lpstr>
      <vt:lpstr>1_CT-KSG041(CN)</vt:lpstr>
      <vt:lpstr>1_預設簡報設計</vt:lpstr>
      <vt:lpstr>2_White title page</vt:lpstr>
      <vt:lpstr>6_White title page</vt:lpstr>
      <vt:lpstr>預設簡報設計</vt:lpstr>
      <vt:lpstr>6_預設簡報設計</vt:lpstr>
      <vt:lpstr>think-cell Slide</vt:lpstr>
      <vt:lpstr>現行CWP整體架構 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miacadmin</dc:creator>
  <cp:lastModifiedBy>李冠樺</cp:lastModifiedBy>
  <cp:revision>1460</cp:revision>
  <cp:lastPrinted>2024-03-18T01:17:12Z</cp:lastPrinted>
  <dcterms:created xsi:type="dcterms:W3CDTF">2020-02-20T05:42:08Z</dcterms:created>
  <dcterms:modified xsi:type="dcterms:W3CDTF">2025-11-14T05:12:42Z</dcterms:modified>
</cp:coreProperties>
</file>